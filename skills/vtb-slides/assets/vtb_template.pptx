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93"/>
  </p:notesMasterIdLst>
  <p:handoutMasterIdLst>
    <p:handoutMasterId r:id="rId94"/>
  </p:handoutMaster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Буллиты и карточки" id="{B8CBEFC8-711E-2F4A-B02D-00F7E17D88F1}">
          <p14:sldIdLst>
            <p14:sldId id="648"/>
            <p14:sldId id="725"/>
            <p14:sldId id="616"/>
            <p14:sldId id="649"/>
            <p14:sldId id="659"/>
            <p14:sldId id="618"/>
            <p14:sldId id="612"/>
            <p14:sldId id="651"/>
            <p14:sldId id="650"/>
            <p14:sldId id="682"/>
            <p14:sldId id="729"/>
            <p14:sldId id="630"/>
            <p14:sldId id="629"/>
            <p14:sldId id="613"/>
            <p14:sldId id="724"/>
            <p14:sldId id="641"/>
            <p14:sldId id="611"/>
            <p14:sldId id="643"/>
            <p14:sldId id="614"/>
            <p14:sldId id="727"/>
            <p14:sldId id="660"/>
            <p14:sldId id="691"/>
            <p14:sldId id="661"/>
            <p14:sldId id="633"/>
            <p14:sldId id="662"/>
            <p14:sldId id="631"/>
            <p14:sldId id="663"/>
            <p14:sldId id="671"/>
            <p14:sldId id="664"/>
            <p14:sldId id="673"/>
            <p14:sldId id="679"/>
            <p14:sldId id="607"/>
            <p14:sldId id="675"/>
            <p14:sldId id="680"/>
            <p14:sldId id="733"/>
            <p14:sldId id="734"/>
          </p14:sldIdLst>
        </p14:section>
        <p14:section name="Команда" id="{F7B998AA-B81E-C341-BFA8-B6BA9D48EAC7}">
          <p14:sldIdLst>
            <p14:sldId id="606"/>
            <p14:sldId id="617"/>
            <p14:sldId id="683"/>
          </p14:sldIdLst>
        </p14:section>
        <p14:section name="Таблицы" id="{E002D0BD-60BE-2040-9A11-D34C1040B868}">
          <p14:sldIdLst>
            <p14:sldId id="619"/>
            <p14:sldId id="620"/>
            <p14:sldId id="665"/>
            <p14:sldId id="666"/>
            <p14:sldId id="677"/>
            <p14:sldId id="644"/>
            <p14:sldId id="645"/>
          </p14:sldIdLst>
        </p14:section>
        <p14:section name="Графики и диаграммы" id="{92E8F24B-CEEA-4048-8D28-9C62439C0C4C}">
          <p14:sldIdLst>
            <p14:sldId id="642"/>
            <p14:sldId id="728"/>
            <p14:sldId id="628"/>
            <p14:sldId id="667"/>
            <p14:sldId id="635"/>
            <p14:sldId id="621"/>
            <p14:sldId id="735"/>
            <p14:sldId id="672"/>
            <p14:sldId id="674"/>
          </p14:sldIdLst>
        </p14:section>
        <p14:section name="Схемы" id="{DC0FB203-6F32-7244-B3B0-AB7D23A6ED0B}">
          <p14:sldIdLst>
            <p14:sldId id="694"/>
            <p14:sldId id="609"/>
            <p14:sldId id="693"/>
            <p14:sldId id="670"/>
            <p14:sldId id="655"/>
            <p14:sldId id="676"/>
            <p14:sldId id="656"/>
          </p14:sldIdLst>
        </p14:section>
        <p14:section name="Таймлайны" id="{82D211CA-0391-D44B-98D1-1D920F9CEE3F}">
          <p14:sldIdLst>
            <p14:sldId id="610"/>
            <p14:sldId id="624"/>
            <p14:sldId id="669"/>
            <p14:sldId id="678"/>
            <p14:sldId id="646"/>
            <p14:sldId id="647"/>
          </p14:sldIdLst>
        </p14:section>
        <p14:section name="Карты" id="{3179D835-11F0-C442-861D-DB141F1FE219}">
          <p14:sldIdLst>
            <p14:sldId id="625"/>
            <p14:sldId id="626"/>
            <p14:sldId id="681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ксим Миненко" initials="ММ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514"/>
    <a:srgbClr val="333333"/>
    <a:srgbClr val="212121"/>
    <a:srgbClr val="424242"/>
    <a:srgbClr val="A3B0D4"/>
    <a:srgbClr val="657BB7"/>
    <a:srgbClr val="31529D"/>
    <a:srgbClr val="002484"/>
    <a:srgbClr val="092DB0"/>
    <a:srgbClr val="21CD8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8E00C-694B-4C74-B90A-265F94095454}" v="95" dt="2021-09-27T13:07:58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969" autoAdjust="0"/>
  </p:normalViewPr>
  <p:slideViewPr>
    <p:cSldViewPr snapToGrid="0">
      <p:cViewPr>
        <p:scale>
          <a:sx n="66" d="100"/>
          <a:sy n="66" d="100"/>
        </p:scale>
        <p:origin x="717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3264" y="200"/>
      </p:cViewPr>
      <p:guideLst/>
    </p:cSldViewPr>
  </p:notesViewPr>
  <p:gridSpacing cx="90012" cy="90012"/>
</p:viewPr>
</file>

<file path=ppt/_rels/presentation.xml.rels><?xml version="1.0" encoding="UTF-8" standalone="yes"?>
<Relationships xmlns="http://schemas.openxmlformats.org/package/2006/relationships"><Relationship Id="rId95" Type="http://schemas.openxmlformats.org/officeDocument/2006/relationships/commentAuthors" Target="commentAuthors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94" Type="http://schemas.openxmlformats.org/officeDocument/2006/relationships/handoutMaster" Target="handoutMasters/handoutMaster1.xml"/><Relationship Id="rId99" Type="http://schemas.openxmlformats.org/officeDocument/2006/relationships/tableStyles" Target="tableStyles.xml"/><Relationship Id="rId10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7" Type="http://schemas.openxmlformats.org/officeDocument/2006/relationships/viewProps" Target="viewProps.xml"/><Relationship Id="rId2" Type="http://schemas.openxmlformats.org/officeDocument/2006/relationships/customXml" Target="../customXml/item2.xml"/><Relationship Id="rId100" Type="http://schemas.microsoft.com/office/2016/11/relationships/changesInfo" Target="changesInfos/changesInfo1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usenko Valeriya Yurevna" userId="b855a787-6e08-4135-a0f7-5361ae6d420f" providerId="ADAL" clId="{D308E00C-694B-4C74-B90A-265F94095454}"/>
    <pc:docChg chg="undo custSel addSld delSld modSld modMainMaster modSection replTag delTag">
      <pc:chgData name="Andrusenko Valeriya Yurevna" userId="b855a787-6e08-4135-a0f7-5361ae6d420f" providerId="ADAL" clId="{D308E00C-694B-4C74-B90A-265F94095454}" dt="2021-09-27T13:07:58.687" v="192"/>
      <pc:docMkLst>
        <pc:docMk/>
      </pc:docMkLst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997008395" sldId="257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997008395" sldId="257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19413566" sldId="25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19413566" sldId="258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3355288899" sldId="259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3355288899" sldId="259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979860311" sldId="263"/>
        </pc:sldMkLst>
        <pc:spChg chg="mod">
          <ac:chgData name="Andrusenko Valeriya Yurevna" userId="b855a787-6e08-4135-a0f7-5361ae6d420f" providerId="ADAL" clId="{D308E00C-694B-4C74-B90A-265F94095454}" dt="2021-09-27T13:07:54.751" v="121" actId="948"/>
          <ac:spMkLst>
            <pc:docMk/>
            <pc:sldMk cId="1979860311" sldId="263"/>
            <ac:spMk id="5" creationId="{D8E2142B-C3BF-4AED-84E0-F2A535F02FC3}"/>
          </ac:spMkLst>
        </pc:spChg>
        <pc:spChg chg="mod">
          <ac:chgData name="Andrusenko Valeriya Yurevna" userId="b855a787-6e08-4135-a0f7-5361ae6d420f" providerId="ADAL" clId="{D308E00C-694B-4C74-B90A-265F94095454}" dt="2021-09-27T13:07:54.172" v="110" actId="14100"/>
          <ac:spMkLst>
            <pc:docMk/>
            <pc:sldMk cId="1979860311" sldId="263"/>
            <ac:spMk id="7" creationId="{407F9C05-B44B-475C-B6FF-0C55E3EC14D3}"/>
          </ac:spMkLst>
        </pc:spChg>
        <pc:graphicFrameChg chg="mod">
          <ac:chgData name="Andrusenko Valeriya Yurevna" userId="b855a787-6e08-4135-a0f7-5361ae6d420f" providerId="ADAL" clId="{D308E00C-694B-4C74-B90A-265F94095454}" dt="2021-09-27T13:07:55.491" v="130" actId="1076"/>
          <ac:graphicFrameMkLst>
            <pc:docMk/>
            <pc:sldMk cId="1979860311" sldId="263"/>
            <ac:graphicFrameMk id="3" creationId="{C884335C-0C58-4C39-9377-C38D3E21F717}"/>
          </ac:graphicFrameMkLst>
        </pc:graphicFrame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398948446" sldId="264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151075595" sldId="265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16954745" sldId="268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3685844328" sldId="270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3685844328" sldId="270"/>
            <ac:spMk id="2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77050173" sldId="271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184743870" sldId="273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184743870" sldId="273"/>
            <ac:spMk id="2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184743870" sldId="273"/>
            <ac:spMk id="3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993996154" sldId="275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315469687" sldId="27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315469687" sldId="278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01465062" sldId="28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01465062" sldId="288"/>
            <ac:spMk id="6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464759705" sldId="289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58454696" sldId="290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688508893" sldId="291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688508893" sldId="291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976837605" sldId="292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976837605" sldId="292"/>
            <ac:spMk id="2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1936315066" sldId="293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589419314" sldId="294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67901587" sldId="295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393979980" sldId="296"/>
        </pc:sldMkLst>
      </pc:sldChg>
      <pc:sldChg chg="addSp delSp modSp add del mod modClrScheme chgLayout">
        <pc:chgData name="Andrusenko Valeriya Yurevna" userId="b855a787-6e08-4135-a0f7-5361ae6d420f" providerId="ADAL" clId="{D308E00C-694B-4C74-B90A-265F94095454}" dt="2021-09-27T13:07:58.687" v="192"/>
        <pc:sldMkLst>
          <pc:docMk/>
          <pc:sldMk cId="53077285" sldId="297"/>
        </pc:sldMkLst>
        <pc:spChg chg="add del mod ord">
          <ac:chgData name="Andrusenko Valeriya Yurevna" userId="b855a787-6e08-4135-a0f7-5361ae6d420f" providerId="ADAL" clId="{D308E00C-694B-4C74-B90A-265F94095454}" dt="2021-09-27T13:07:57.586" v="177" actId="700"/>
          <ac:spMkLst>
            <pc:docMk/>
            <pc:sldMk cId="53077285" sldId="297"/>
            <ac:spMk id="2" creationId="{075972AD-A0C6-4712-BA6D-C5CCF5A74108}"/>
          </ac:spMkLst>
        </pc:spChg>
        <pc:spChg chg="add del mod modVis">
          <ac:chgData name="Andrusenko Valeriya Yurevna" userId="b855a787-6e08-4135-a0f7-5361ae6d420f" providerId="ADAL" clId="{D308E00C-694B-4C74-B90A-265F94095454}" dt="2021-09-27T13:07:57.581" v="174" actId="962"/>
          <ac:spMkLst>
            <pc:docMk/>
            <pc:sldMk cId="53077285" sldId="297"/>
            <ac:spMk id="3" creationId="{1A4F08F0-47E2-4A85-A957-C0024C745007}"/>
          </ac:spMkLst>
        </pc:spChg>
        <pc:spChg chg="mod or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53077285" sldId="297"/>
            <ac:spMk id="4" creationId="{00000000-0000-0000-0000-000000000000}"/>
          </ac:spMkLst>
        </pc:spChg>
        <pc:spChg chg="mod ord">
          <ac:chgData name="Andrusenko Valeriya Yurevna" userId="b855a787-6e08-4135-a0f7-5361ae6d420f" providerId="ADAL" clId="{D308E00C-694B-4C74-B90A-265F94095454}" dt="2021-09-27T13:07:57.586" v="177" actId="700"/>
          <ac:spMkLst>
            <pc:docMk/>
            <pc:sldMk cId="53077285" sldId="297"/>
            <ac:spMk id="11" creationId="{AF3464F7-13B3-474F-8BA5-74C8A9F2D704}"/>
          </ac:spMkLst>
        </pc:spChg>
        <pc:graphicFrameChg chg="mod">
          <ac:chgData name="Andrusenko Valeriya Yurevna" userId="b855a787-6e08-4135-a0f7-5361ae6d420f" providerId="ADAL" clId="{D308E00C-694B-4C74-B90A-265F94095454}" dt="2021-09-27T13:07:58.687" v="192"/>
          <ac:graphicFrameMkLst>
            <pc:docMk/>
            <pc:sldMk cId="53077285" sldId="297"/>
            <ac:graphicFrameMk id="6" creationId="{CBF2F0EA-6F00-45B0-A983-95EDE929A1EC}"/>
          </ac:graphicFrameMkLst>
        </pc:graphicFrameChg>
        <pc:graphicFrameChg chg="mod ord">
          <ac:chgData name="Andrusenko Valeriya Yurevna" userId="b855a787-6e08-4135-a0f7-5361ae6d420f" providerId="ADAL" clId="{D308E00C-694B-4C74-B90A-265F94095454}" dt="2021-09-27T13:07:57.586" v="177" actId="700"/>
          <ac:graphicFrameMkLst>
            <pc:docMk/>
            <pc:sldMk cId="53077285" sldId="297"/>
            <ac:graphicFrameMk id="7" creationId="{00000000-0000-0000-0000-000000000000}"/>
          </ac:graphicFrameMkLst>
        </pc:graphicFrameChg>
        <pc:graphicFrameChg chg="mod ord">
          <ac:chgData name="Andrusenko Valeriya Yurevna" userId="b855a787-6e08-4135-a0f7-5361ae6d420f" providerId="ADAL" clId="{D308E00C-694B-4C74-B90A-265F94095454}" dt="2021-09-27T13:07:57.586" v="177" actId="700"/>
          <ac:graphicFrameMkLst>
            <pc:docMk/>
            <pc:sldMk cId="53077285" sldId="297"/>
            <ac:graphicFrameMk id="8" creationId="{00000000-0000-0000-0000-000000000000}"/>
          </ac:graphicFrameMkLst>
        </pc:graphicFrameChg>
        <pc:graphicFrameChg chg="mod">
          <ac:chgData name="Andrusenko Valeriya Yurevna" userId="b855a787-6e08-4135-a0f7-5361ae6d420f" providerId="ADAL" clId="{D308E00C-694B-4C74-B90A-265F94095454}" dt="2021-09-27T13:07:56.712" v="135" actId="1076"/>
          <ac:graphicFrameMkLst>
            <pc:docMk/>
            <pc:sldMk cId="53077285" sldId="297"/>
            <ac:graphicFrameMk id="10" creationId="{00000000-0000-0000-0000-000000000000}"/>
          </ac:graphicFrameMkLst>
        </pc:graphicFrame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220180256" sldId="299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593951848" sldId="300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4203674279" sldId="301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626679044" sldId="302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267374139" sldId="303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05035357" sldId="304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05035357" sldId="304"/>
            <ac:spMk id="2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59241917" sldId="306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4132557677" sldId="30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4132557677" sldId="308"/>
            <ac:spMk id="4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4132557677" sldId="308"/>
            <ac:spMk id="6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2192737738" sldId="309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864152720" sldId="310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864152720" sldId="310"/>
            <ac:spMk id="4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864152720" sldId="310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868110116" sldId="311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868110116" sldId="311"/>
            <ac:spMk id="6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868110116" sldId="311"/>
            <ac:spMk id="7" creationId="{00000000-0000-0000-0000-000000000000}"/>
          </ac:spMkLst>
        </pc:spChg>
        <pc:graphicFrameChg chg="mod">
          <ac:chgData name="Andrusenko Valeriya Yurevna" userId="b855a787-6e08-4135-a0f7-5361ae6d420f" providerId="ADAL" clId="{D308E00C-694B-4C74-B90A-265F94095454}" dt="2021-09-27T13:07:55.490" v="129" actId="1076"/>
          <ac:graphicFrameMkLst>
            <pc:docMk/>
            <pc:sldMk cId="868110116" sldId="311"/>
            <ac:graphicFrameMk id="3" creationId="{2B231FAA-75C8-4C38-9465-7EB3D35607AC}"/>
          </ac:graphicFrameMkLst>
        </pc:graphicFrameChg>
      </pc:sldChg>
      <pc:sldMasterChg chg="addSp delSp modSp mod">
        <pc:chgData name="Andrusenko Valeriya Yurevna" userId="b855a787-6e08-4135-a0f7-5361ae6d420f" providerId="ADAL" clId="{D308E00C-694B-4C74-B90A-265F94095454}" dt="2021-09-27T13:07:58.687" v="192"/>
        <pc:sldMasterMkLst>
          <pc:docMk/>
          <pc:sldMasterMk cId="2808384699" sldId="2147483666"/>
        </pc:sldMasterMkLst>
        <pc:graphicFrameChg chg="add del mod ord modVis replST delST">
          <ac:chgData name="Andrusenko Valeriya Yurevna" userId="b855a787-6e08-4135-a0f7-5361ae6d420f" providerId="ADAL" clId="{D308E00C-694B-4C74-B90A-265F94095454}" dt="2021-09-27T13:07:58.687" v="192"/>
          <ac:graphicFrameMkLst>
            <pc:docMk/>
            <pc:sldMasterMk cId="2808384699" sldId="2147483666"/>
            <ac:graphicFrameMk id="2" creationId="{3FF806BA-C06D-46AF-B59B-970EEB531CB1}"/>
          </ac:graphicFrameMkLst>
        </pc:graphicFrame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19484-E975-498D-B5CC-EB69902D7A1A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E8806-39B1-4292-82B9-EB113B6DD0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386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6" cy="496253"/>
          </a:xfrm>
          <a:prstGeom prst="rect">
            <a:avLst/>
          </a:prstGeom>
        </p:spPr>
        <p:txBody>
          <a:bodyPr vert="horz" lIns="91303" tIns="45651" rIns="91303" bIns="45651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744" y="0"/>
            <a:ext cx="2946345" cy="496253"/>
          </a:xfrm>
          <a:prstGeom prst="rect">
            <a:avLst/>
          </a:prstGeom>
        </p:spPr>
        <p:txBody>
          <a:bodyPr vert="horz" lIns="91303" tIns="45651" rIns="91303" bIns="45651" rtlCol="0"/>
          <a:lstStyle>
            <a:lvl1pPr algn="r">
              <a:defRPr sz="1200"/>
            </a:lvl1pPr>
          </a:lstStyle>
          <a:p>
            <a:fld id="{DC0A20E7-482B-4EE5-B06E-7C674C19B735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3" tIns="45651" rIns="91303" bIns="4565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927" y="4715194"/>
            <a:ext cx="5437822" cy="4467860"/>
          </a:xfrm>
          <a:prstGeom prst="rect">
            <a:avLst/>
          </a:prstGeom>
        </p:spPr>
        <p:txBody>
          <a:bodyPr vert="horz" lIns="91303" tIns="45651" rIns="91303" bIns="4565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387"/>
            <a:ext cx="2946346" cy="496253"/>
          </a:xfrm>
          <a:prstGeom prst="rect">
            <a:avLst/>
          </a:prstGeom>
        </p:spPr>
        <p:txBody>
          <a:bodyPr vert="horz" lIns="91303" tIns="45651" rIns="91303" bIns="45651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744" y="9430387"/>
            <a:ext cx="2946345" cy="496253"/>
          </a:xfrm>
          <a:prstGeom prst="rect">
            <a:avLst/>
          </a:prstGeom>
        </p:spPr>
        <p:txBody>
          <a:bodyPr vert="horz" lIns="91303" tIns="45651" rIns="91303" bIns="45651" rtlCol="0" anchor="b"/>
          <a:lstStyle>
            <a:lvl1pPr algn="r">
              <a:defRPr sz="1200"/>
            </a:lvl1pPr>
          </a:lstStyle>
          <a:p>
            <a:fld id="{A8996B2D-3AB6-4643-A396-7E5CFD0290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6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2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0_c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9_c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16.png"/><Relationship Id="rId2" Type="http://schemas.openxmlformats.org/officeDocument/2006/relationships/image" Target="../media/cover_image1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9_c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8_c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
<Relationships xmlns="http://schemas.openxmlformats.org/package/2006/relationships"><Relationship Id="rId2" Type="http://schemas.openxmlformats.org/officeDocument/2006/relationships/image" Target="../media/cover_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13.svg"/><Relationship Id="rId2" Type="http://schemas.openxmlformats.org/officeDocument/2006/relationships/image" Target="../media/cover_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cover_image2.emf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3_c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cover_image2.emf"/><Relationship Id="rId2" Type="http://schemas.openxmlformats.org/officeDocument/2006/relationships/image" Target="../media/cover_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94382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 Phot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38C574-7646-4401-A97D-FE79C1A54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175" y="1"/>
            <a:ext cx="7362825" cy="687404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893326-1150-48FF-AB96-9A85D9FF3D72}"/>
              </a:ext>
            </a:extLst>
          </p:cNvPr>
          <p:cNvSpPr/>
          <p:nvPr userDrawn="1"/>
        </p:nvSpPr>
        <p:spPr>
          <a:xfrm>
            <a:off x="0" y="16042"/>
            <a:ext cx="11395328" cy="6858000"/>
          </a:xfrm>
          <a:prstGeom prst="rect">
            <a:avLst/>
          </a:prstGeom>
          <a:gradFill>
            <a:gsLst>
              <a:gs pos="70000">
                <a:srgbClr val="FFFFFF">
                  <a:alpha val="47000"/>
                </a:srgbClr>
              </a:gs>
              <a:gs pos="4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4508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 Photo Mee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мужчина, здание, снег, держит&#10;&#10;Автоматически созданное описание">
            <a:extLst>
              <a:ext uri="{FF2B5EF4-FFF2-40B4-BE49-F238E27FC236}">
                <a16:creationId xmlns:a16="http://schemas.microsoft.com/office/drawing/2014/main" id="{21190608-2387-4306-B1BF-76D03B56B0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175" y="-1"/>
            <a:ext cx="7362825" cy="6857999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8BE54FB-74FD-4702-803C-E6B5608AE9FA}"/>
              </a:ext>
            </a:extLst>
          </p:cNvPr>
          <p:cNvSpPr/>
          <p:nvPr userDrawn="1"/>
        </p:nvSpPr>
        <p:spPr>
          <a:xfrm>
            <a:off x="0" y="0"/>
            <a:ext cx="10099444" cy="6858000"/>
          </a:xfrm>
          <a:prstGeom prst="rect">
            <a:avLst/>
          </a:prstGeom>
          <a:gradFill>
            <a:gsLst>
              <a:gs pos="78000">
                <a:srgbClr val="FFFFFF">
                  <a:alpha val="47000"/>
                </a:srgbClr>
              </a:gs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0235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клавиатура, внутренний, компьютер, сидит&#10;&#10;Автоматически созданное описание">
            <a:extLst>
              <a:ext uri="{FF2B5EF4-FFF2-40B4-BE49-F238E27FC236}">
                <a16:creationId xmlns:a16="http://schemas.microsoft.com/office/drawing/2014/main" id="{54AC2B35-A47B-4E5B-BC02-ABCB36620A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42800" y="0"/>
            <a:ext cx="30492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AE19A1-C135-409B-8508-81D2122763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0763" y="0"/>
            <a:ext cx="30480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27EAFD-B458-441B-8C03-734097287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50000" y="0"/>
            <a:ext cx="30492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D77FA8A-9018-4C99-B274-DE16908212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047584" cy="6858000"/>
          </a:xfrm>
          <a:custGeom>
            <a:avLst/>
            <a:gdLst>
              <a:gd name="connsiteX0" fmla="*/ 0 w 3047584"/>
              <a:gd name="connsiteY0" fmla="*/ 0 h 6858000"/>
              <a:gd name="connsiteX1" fmla="*/ 3047584 w 3047584"/>
              <a:gd name="connsiteY1" fmla="*/ 0 h 6858000"/>
              <a:gd name="connsiteX2" fmla="*/ 3047584 w 3047584"/>
              <a:gd name="connsiteY2" fmla="*/ 6858000 h 6858000"/>
              <a:gd name="connsiteX3" fmla="*/ 0 w 3047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7584" h="6858000">
                <a:moveTo>
                  <a:pt x="0" y="0"/>
                </a:moveTo>
                <a:lnTo>
                  <a:pt x="3047584" y="0"/>
                </a:lnTo>
                <a:lnTo>
                  <a:pt x="3047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196E6E3-CA46-4488-9E38-21F2046E4B95}"/>
              </a:ext>
            </a:extLst>
          </p:cNvPr>
          <p:cNvSpPr/>
          <p:nvPr userDrawn="1"/>
        </p:nvSpPr>
        <p:spPr>
          <a:xfrm>
            <a:off x="6100000" y="0"/>
            <a:ext cx="30492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BDC8509-584A-44FF-AA2D-29CEC8BA1AAA}"/>
              </a:ext>
            </a:extLst>
          </p:cNvPr>
          <p:cNvSpPr/>
          <p:nvPr userDrawn="1"/>
        </p:nvSpPr>
        <p:spPr>
          <a:xfrm>
            <a:off x="3039600" y="0"/>
            <a:ext cx="30564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3B13C2-DBD0-46D8-87B5-9BB5B83A463B}"/>
              </a:ext>
            </a:extLst>
          </p:cNvPr>
          <p:cNvSpPr/>
          <p:nvPr userDrawn="1"/>
        </p:nvSpPr>
        <p:spPr>
          <a:xfrm>
            <a:off x="0" y="0"/>
            <a:ext cx="3047584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033A720-6236-43F7-8310-0818D97F3F98}"/>
              </a:ext>
            </a:extLst>
          </p:cNvPr>
          <p:cNvSpPr/>
          <p:nvPr userDrawn="1"/>
        </p:nvSpPr>
        <p:spPr>
          <a:xfrm>
            <a:off x="9142800" y="0"/>
            <a:ext cx="30492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33" name="Group 17">
            <a:extLst>
              <a:ext uri="{FF2B5EF4-FFF2-40B4-BE49-F238E27FC236}">
                <a16:creationId xmlns:a16="http://schemas.microsoft.com/office/drawing/2014/main" id="{0C4DB0B1-5FC0-4FD0-944B-14AEC6A120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5D5A5A58-825A-4E7C-AD5C-B4CC747B4F1F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633FAEB1-CB1D-44D9-B69E-65052A82113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bg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03C84947-2282-40B1-A550-72AD1290A55F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A555C434-2259-42DB-A604-166E1FEDE656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43191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6C7F0639-814E-4195-9628-D2EBFAFDE6F7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84B1B748-B043-4E1C-8096-AA00B715A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Текст 17">
            <a:extLst>
              <a:ext uri="{FF2B5EF4-FFF2-40B4-BE49-F238E27FC236}">
                <a16:creationId xmlns:a16="http://schemas.microsoft.com/office/drawing/2014/main" id="{DB9C2D3E-C730-41C9-829D-45EB49E3B4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примечания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</p:spTree>
    <p:extLst>
      <p:ext uri="{BB962C8B-B14F-4D97-AF65-F5344CB8AC3E}">
        <p14:creationId xmlns:p14="http://schemas.microsoft.com/office/powerpoint/2010/main" val="876243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внешний, снег, мужчина, ночь&#10;&#10;Автоматически созданное описание">
            <a:extLst>
              <a:ext uri="{FF2B5EF4-FFF2-40B4-BE49-F238E27FC236}">
                <a16:creationId xmlns:a16="http://schemas.microsoft.com/office/drawing/2014/main" id="{98E0F102-AD75-45C1-8417-EB5B1680D2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7C03FCEC-C5A4-484C-AADB-D0EA0F9170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1E22208-B549-4009-A136-AF2E5C87FCCD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7F4462C3-B8A9-4D52-B70F-B6ACAC630B6D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38777FD9-C9AC-43FA-AE0B-4C3A7E1B9DD4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CD08C4-587A-4D9D-988F-A8DDEE579D1D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6" name="Полилиния: фигура 23">
              <a:extLst>
                <a:ext uri="{FF2B5EF4-FFF2-40B4-BE49-F238E27FC236}">
                  <a16:creationId xmlns:a16="http://schemas.microsoft.com/office/drawing/2014/main" id="{5C80BCF6-457A-43F0-A609-406833AC5505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0ED6B969-6294-4A9C-B4B5-52ECC1810B03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6AB07726-EF2F-4536-BBD5-7D170229D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9" name="Текст 5">
            <a:extLst>
              <a:ext uri="{FF2B5EF4-FFF2-40B4-BE49-F238E27FC236}">
                <a16:creationId xmlns:a16="http://schemas.microsoft.com/office/drawing/2014/main" id="{52AD6794-2D2F-47DD-AF45-464C18B54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085332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C3DE79-1EA2-4208-B12D-58232E06E1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278E53-137D-478B-9010-E4BD3FB937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7000">
                <a:srgbClr val="002284">
                  <a:alpha val="84000"/>
                </a:srgbClr>
              </a:gs>
              <a:gs pos="52000">
                <a:schemeClr val="accent1">
                  <a:alpha val="16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0771F594-99B6-4BAB-AC0A-C6BB44D671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85E9945-5FEA-4A1C-A73C-3DC544698D04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394ADF35-ED0B-4343-979C-7C667479524E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0CB0588E-5931-449B-A2F3-CB1F79C71A3F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57B5ED5-9607-41CF-A5F3-66B497C6FE7F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7" name="Полилиния: фигура 23">
              <a:extLst>
                <a:ext uri="{FF2B5EF4-FFF2-40B4-BE49-F238E27FC236}">
                  <a16:creationId xmlns:a16="http://schemas.microsoft.com/office/drawing/2014/main" id="{C10A46C4-4A90-4BEC-B2E0-DEDE1E94F2CE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D68A5A92-C97B-430A-979C-BAD2EA3CD4BC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9" name="Заголовок 6">
            <a:extLst>
              <a:ext uri="{FF2B5EF4-FFF2-40B4-BE49-F238E27FC236}">
                <a16:creationId xmlns:a16="http://schemas.microsoft.com/office/drawing/2014/main" id="{E485278D-8EAC-4CF0-B12D-1D894758A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33036069-F71A-4256-A250-BAE8C5787B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1593071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нешний, здание, большой, небоскреб&#10;&#10;Автоматически созданное описание">
            <a:extLst>
              <a:ext uri="{FF2B5EF4-FFF2-40B4-BE49-F238E27FC236}">
                <a16:creationId xmlns:a16="http://schemas.microsoft.com/office/drawing/2014/main" id="{847E2E8F-6629-466E-B988-C2B66C61BD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8623" y="-771631"/>
            <a:ext cx="10827657" cy="68580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5A753D-C5F1-4EC8-B06E-5E1205A9D4D4}"/>
              </a:ext>
            </a:extLst>
          </p:cNvPr>
          <p:cNvSpPr/>
          <p:nvPr userDrawn="1"/>
        </p:nvSpPr>
        <p:spPr>
          <a:xfrm>
            <a:off x="-2879126" y="827362"/>
            <a:ext cx="12192002" cy="6858000"/>
          </a:xfrm>
          <a:prstGeom prst="rect">
            <a:avLst/>
          </a:prstGeom>
          <a:gradFill>
            <a:gsLst>
              <a:gs pos="19000">
                <a:schemeClr val="accent1"/>
              </a:gs>
              <a:gs pos="40000">
                <a:srgbClr val="002284">
                  <a:alpha val="84000"/>
                </a:srgbClr>
              </a:gs>
              <a:gs pos="77000">
                <a:schemeClr val="accent1">
                  <a:alpha val="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9">
            <a:extLst>
              <a:ext uri="{FF2B5EF4-FFF2-40B4-BE49-F238E27FC236}">
                <a16:creationId xmlns:a16="http://schemas.microsoft.com/office/drawing/2014/main" id="{FA6BA25D-EF38-4EFC-9DC0-2E2B233F09C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2330C27F-6FD2-45E7-ACD8-4A0A86EE756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07C8C059-D40A-C24E-8285-8DDFB35DD5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04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429F5E7-C59A-4BE7-B39A-CB582CD34521}"/>
              </a:ext>
            </a:extLst>
          </p:cNvPr>
          <p:cNvGrpSpPr/>
          <p:nvPr userDrawn="1"/>
        </p:nvGrpSpPr>
        <p:grpSpPr>
          <a:xfrm>
            <a:off x="-1" y="-1"/>
            <a:ext cx="12192001" cy="6858001"/>
            <a:chOff x="-1282701" y="-1"/>
            <a:chExt cx="12192001" cy="6858001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483186B7-EFCE-491C-A250-6C32F388E9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653"/>
            <a:stretch/>
          </p:blipFill>
          <p:spPr>
            <a:xfrm>
              <a:off x="2930954" y="-1"/>
              <a:ext cx="7978346" cy="6858001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706B404-2E4E-45D4-9E48-6002BDC1FC4A}"/>
                </a:ext>
              </a:extLst>
            </p:cNvPr>
            <p:cNvSpPr/>
            <p:nvPr userDrawn="1"/>
          </p:nvSpPr>
          <p:spPr>
            <a:xfrm flipV="1">
              <a:off x="-1282701" y="0"/>
              <a:ext cx="12192001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90000"/>
                  </a:schemeClr>
                </a:gs>
                <a:gs pos="17000">
                  <a:srgbClr val="002284">
                    <a:alpha val="84000"/>
                  </a:srgbClr>
                </a:gs>
                <a:gs pos="52000">
                  <a:schemeClr val="accent1">
                    <a:alpha val="1400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9">
            <a:extLst>
              <a:ext uri="{FF2B5EF4-FFF2-40B4-BE49-F238E27FC236}">
                <a16:creationId xmlns:a16="http://schemas.microsoft.com/office/drawing/2014/main" id="{0470EBAE-1F32-4C99-AE42-9BD92527459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50FBDA92-5293-4748-9467-E283FEB0A47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9585D74-37F1-7D44-8FB5-C24F7CF1E1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76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1920x1080 Wallpaper sky, blue, clouds, lungs, mountains, greatness, snow-covered, tops, contrast">
            <a:extLst>
              <a:ext uri="{FF2B5EF4-FFF2-40B4-BE49-F238E27FC236}">
                <a16:creationId xmlns:a16="http://schemas.microsoft.com/office/drawing/2014/main" id="{2F5F2E56-A78F-4611-B3E2-9F607CAC0DC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24ACC9-3E30-403A-9780-F62657DE9FFD}"/>
              </a:ext>
            </a:extLst>
          </p:cNvPr>
          <p:cNvSpPr/>
          <p:nvPr userDrawn="1"/>
        </p:nvSpPr>
        <p:spPr>
          <a:xfrm flipV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2000">
                <a:srgbClr val="002284">
                  <a:alpha val="66000"/>
                </a:srgbClr>
              </a:gs>
              <a:gs pos="52000">
                <a:schemeClr val="accent1">
                  <a:alpha val="14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0" name="Рисунок 9" descr="Изображение выглядит как знак, рисунок, часы&#10;&#10;Автоматически созданное описание">
            <a:extLst>
              <a:ext uri="{FF2B5EF4-FFF2-40B4-BE49-F238E27FC236}">
                <a16:creationId xmlns:a16="http://schemas.microsoft.com/office/drawing/2014/main" id="{159CC80E-8CE2-4A78-B953-1EFC519DCC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43361" y="208958"/>
            <a:ext cx="2469263" cy="1415881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86C593A-3D40-46B4-8D7C-9D5BCB6127EA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1B2B47C4-C712-4CB3-809C-166B02117F01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1FB6B3CB-2421-44E0-B635-087D61FF3056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31582183-0AA6-469B-9F72-B105573768A8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539DC917-43F4-4ADE-8F7E-274D0EEB0B66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8A5852EE-DC1D-4A27-831A-D97810897CBF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C568D07A-F6BB-4437-BEF9-7AA130E32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06280630-0052-4448-81AF-D7B7B08F9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382814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2997E0-9239-43E8-BC7A-A962911B1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0429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552DB8-C507-4D1A-846A-926AC29D6A32}"/>
              </a:ext>
            </a:extLst>
          </p:cNvPr>
          <p:cNvSpPr/>
          <p:nvPr userDrawn="1"/>
        </p:nvSpPr>
        <p:spPr>
          <a:xfrm flipH="1">
            <a:off x="-1" y="0"/>
            <a:ext cx="12191999" cy="6904298"/>
          </a:xfrm>
          <a:prstGeom prst="rect">
            <a:avLst/>
          </a:prstGeom>
          <a:gradFill>
            <a:gsLst>
              <a:gs pos="100000">
                <a:schemeClr val="accent1">
                  <a:alpha val="73000"/>
                </a:schemeClr>
              </a:gs>
              <a:gs pos="0">
                <a:schemeClr val="accent1">
                  <a:alpha val="0"/>
                </a:schemeClr>
              </a:gs>
            </a:gsLst>
            <a:lin ang="42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874E162-06C2-4499-A9C2-B9A7F0D2D27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80613A3E-46A0-483F-9A39-73BC45CAE918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6E32B82F-2B35-4D84-8396-E78063C2663E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9773F01-32BB-47D8-8716-5D5493AB7E0E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2E425801-1D85-44DC-83EE-6E29D27B0E50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9D191DDA-E449-48AC-AF3C-3C8D41FC40A6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B507C02F-F415-4EA9-9D51-44E2605C9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0EF450-A902-402D-A1FC-67A4EC5EB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087530D6-645D-484D-B3D4-C322C7F2E7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4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1920x1080 Wallpaper mountains, peaks, clouds, blue, sky">
            <a:extLst>
              <a:ext uri="{FF2B5EF4-FFF2-40B4-BE49-F238E27FC236}">
                <a16:creationId xmlns:a16="http://schemas.microsoft.com/office/drawing/2014/main" id="{C2FEA1B0-1D1B-45B9-9A2B-6A6371E7072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363" b="-232"/>
          <a:stretch/>
        </p:blipFill>
        <p:spPr bwMode="auto">
          <a:xfrm flipH="1">
            <a:off x="0" y="0"/>
            <a:ext cx="12192000" cy="687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9">
            <a:extLst>
              <a:ext uri="{FF2B5EF4-FFF2-40B4-BE49-F238E27FC236}">
                <a16:creationId xmlns:a16="http://schemas.microsoft.com/office/drawing/2014/main" id="{C37345BE-4632-457D-A84F-EA4CD2C4455F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369F9515-9862-4106-83CB-69DA3A5ECE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314BCA72-5A59-BA42-A870-D5B0206DE9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64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82DF8C7-2C9F-4C21-83BB-FBE9024BE726}"/>
              </a:ext>
            </a:extLst>
          </p:cNvPr>
          <p:cNvGrpSpPr/>
          <p:nvPr userDrawn="1"/>
        </p:nvGrpSpPr>
        <p:grpSpPr>
          <a:xfrm>
            <a:off x="-6" y="-11749"/>
            <a:ext cx="12192006" cy="6869749"/>
            <a:chOff x="-6" y="-11749"/>
            <a:chExt cx="12192006" cy="6869749"/>
          </a:xfrm>
        </p:grpSpPr>
        <p:pic>
          <p:nvPicPr>
            <p:cNvPr id="11" name="Picture 2" descr="1920x1080 Wallpaper sea, lake, island, mountains">
              <a:extLst>
                <a:ext uri="{FF2B5EF4-FFF2-40B4-BE49-F238E27FC236}">
                  <a16:creationId xmlns:a16="http://schemas.microsoft.com/office/drawing/2014/main" id="{FF542178-E9A6-467B-8140-3879E9DCDB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flipH="1">
              <a:off x="4041008" y="0"/>
              <a:ext cx="81509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5D3B57D-7E16-4FB6-91B9-A2569616253B}"/>
                </a:ext>
              </a:extLst>
            </p:cNvPr>
            <p:cNvSpPr/>
            <p:nvPr userDrawn="1"/>
          </p:nvSpPr>
          <p:spPr>
            <a:xfrm flipH="1">
              <a:off x="-6" y="-11749"/>
              <a:ext cx="12192005" cy="6869749"/>
            </a:xfrm>
            <a:prstGeom prst="rect">
              <a:avLst/>
            </a:prstGeom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  <a:gs pos="54000">
                  <a:schemeClr val="accent1">
                    <a:alpha val="900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57BADC26-F9BA-408E-AE19-10B437890A0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582097B4-A93B-47F6-AE0C-D27BD4FE4ED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E6D08B34-7785-7F4E-9555-BBA6478C29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00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157F90-5C34-4838-BE87-7871F20B64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8410" y="0"/>
            <a:ext cx="1073359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586A2DA-B6FC-45A2-A85F-49CBC80CEE59}"/>
              </a:ext>
            </a:extLst>
          </p:cNvPr>
          <p:cNvSpPr/>
          <p:nvPr userDrawn="1"/>
        </p:nvSpPr>
        <p:spPr>
          <a:xfrm>
            <a:off x="3467099" y="0"/>
            <a:ext cx="8724901" cy="6858000"/>
          </a:xfrm>
          <a:prstGeom prst="rect">
            <a:avLst/>
          </a:prstGeom>
          <a:gradFill flip="none" rotWithShape="1">
            <a:gsLst>
              <a:gs pos="0">
                <a:srgbClr val="010213"/>
              </a:gs>
              <a:gs pos="22000">
                <a:srgbClr val="010213">
                  <a:alpha val="78000"/>
                </a:srgbClr>
              </a:gs>
              <a:gs pos="41000">
                <a:srgbClr val="08102C">
                  <a:alpha val="0"/>
                </a:srgbClr>
              </a:gs>
            </a:gsLst>
            <a:lin ang="81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6ECA3F-2BA4-48B8-BE54-65D4484AA45B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64000">
                <a:schemeClr val="accent1">
                  <a:alpha val="7000"/>
                </a:schemeClr>
              </a:gs>
              <a:gs pos="100000">
                <a:srgbClr val="002284">
                  <a:alpha val="84000"/>
                </a:srgbClr>
              </a:gs>
            </a:gsLst>
            <a:lin ang="189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ru-RU" sz="170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17F6B5-0E4B-40F4-855A-A2E335372B45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9FD429D3-906F-43BD-95B4-BF2D040267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33675D9-2E11-4BCE-8C1A-967F5864DAA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819AF5D-3AA2-4A4A-9077-A0EA33151BA8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64050744-9F6C-4421-9B46-4926B8762AD7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142A35B-7EBE-4304-8033-E1CC30E9B7D3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5" name="Полилиния: фигура 23">
              <a:extLst>
                <a:ext uri="{FF2B5EF4-FFF2-40B4-BE49-F238E27FC236}">
                  <a16:creationId xmlns:a16="http://schemas.microsoft.com/office/drawing/2014/main" id="{C302C7EA-9ED2-4BB2-849E-DF7D97088A60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46A3FB08-91C8-479A-97D7-62390134FEB2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5" name="Заголовок 6">
            <a:extLst>
              <a:ext uri="{FF2B5EF4-FFF2-40B4-BE49-F238E27FC236}">
                <a16:creationId xmlns:a16="http://schemas.microsoft.com/office/drawing/2014/main" id="{D283E5E6-5E05-43DD-9B21-B380567F8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3EFB8B82-BC93-4E9E-B2B2-31FC8F339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170122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E4CF21-F46C-43EC-BD25-C07A92071F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Google Shape;46;p6">
            <a:extLst>
              <a:ext uri="{FF2B5EF4-FFF2-40B4-BE49-F238E27FC236}">
                <a16:creationId xmlns:a16="http://schemas.microsoft.com/office/drawing/2014/main" id="{7E35F602-2A97-480B-AB76-169A22176824}"/>
              </a:ext>
            </a:extLst>
          </p:cNvPr>
          <p:cNvSpPr/>
          <p:nvPr userDrawn="1"/>
        </p:nvSpPr>
        <p:spPr>
          <a:xfrm flipH="1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62EC833-4096-4263-BCFF-2842DDE3D0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394FE736-20D3-4206-8726-7DD7BE124048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49E88964-A21A-474B-84BD-66E9D933149F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C5DEA1F8-D02C-4E68-99FA-9BB9B6EBE71A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4140472-3C6F-49DF-806D-9F93A9069300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3" name="Полилиния: фигура 23">
              <a:extLst>
                <a:ext uri="{FF2B5EF4-FFF2-40B4-BE49-F238E27FC236}">
                  <a16:creationId xmlns:a16="http://schemas.microsoft.com/office/drawing/2014/main" id="{BC0EE51D-29BE-4C6E-8581-2CBD9BF882C8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B5D2DC43-52DA-4F7A-841B-708A3F74609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8F7E2422-0023-4B95-ABCE-AFDFDF0A2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3733A5A6-496D-4764-B816-A0926A3964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058523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AE5B9B-EC7D-443B-8E03-292EA7F37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342663"/>
            <a:ext cx="12192001" cy="551533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6F64F2-CC68-45AB-BF00-4A480A3C279E}"/>
              </a:ext>
            </a:extLst>
          </p:cNvPr>
          <p:cNvSpPr/>
          <p:nvPr userDrawn="1"/>
        </p:nvSpPr>
        <p:spPr>
          <a:xfrm>
            <a:off x="-2" y="0"/>
            <a:ext cx="12192002" cy="2523281"/>
          </a:xfrm>
          <a:prstGeom prst="rect">
            <a:avLst/>
          </a:prstGeom>
          <a:gradFill>
            <a:gsLst>
              <a:gs pos="0">
                <a:srgbClr val="08126C"/>
              </a:gs>
              <a:gs pos="56000">
                <a:srgbClr val="08126C"/>
              </a:gs>
              <a:gs pos="100000">
                <a:srgbClr val="08126C">
                  <a:alpha val="0"/>
                </a:srgbClr>
              </a:gs>
            </a:gsLst>
            <a:lin ang="54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26D9E12-BD70-40A2-8D00-71A4934521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2F88AEC-68C6-4045-829B-E9C1FE042B9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DE619440-C2F5-4710-86CE-88CA56689567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C32B21A-0939-4725-94A3-6D98F7F78E3A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34932E1-1987-42F9-A085-45390DB1A206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A30231DA-8434-44A1-93C8-67788B884EC1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F4BEA867-74DE-4EE5-864B-73387A9A127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0AC77E3D-1BB8-4358-9765-BBE9798F9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4851A110-59FA-45F6-8F65-7A60ADD80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2830719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8949B64-B2E9-4A80-9E72-D9E879CD1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4C4724-4537-4229-A3DC-090CEE63C52E}"/>
              </a:ext>
            </a:extLst>
          </p:cNvPr>
          <p:cNvSpPr/>
          <p:nvPr userDrawn="1"/>
        </p:nvSpPr>
        <p:spPr>
          <a:xfrm>
            <a:off x="0" y="104"/>
            <a:ext cx="12192001" cy="6858000"/>
          </a:xfrm>
          <a:prstGeom prst="rect">
            <a:avLst/>
          </a:prstGeom>
          <a:gradFill>
            <a:gsLst>
              <a:gs pos="6000">
                <a:schemeClr val="accent1"/>
              </a:gs>
              <a:gs pos="35000">
                <a:schemeClr val="accent1">
                  <a:alpha val="70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E1A8E388-54FA-4493-B6BE-5C47EBA73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8A302C78-3E8E-49E0-B7B9-3D0FD349C57C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1F317EC9-ED39-4A0E-9DD6-F23895BDBC9C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95F3354F-945D-472A-89F6-BE22D6562D98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9EBC509-C5EA-4246-A20E-A5115F9E825C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C74B5704-1B45-421D-A270-FFE5914C2142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FC8E418A-A432-4C1A-9ECE-17D0542246CE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E8754F37-0271-4261-947E-6DB50FBEA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41A9F6D3-0B2C-4F23-86BE-7912D048DF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551977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86B1A9-0596-4320-8851-05F5677FD4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9847" cy="685800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E1F499-2EAB-4A78-82FB-6C285F85DD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1"/>
              </a:gs>
              <a:gs pos="40000">
                <a:srgbClr val="002284">
                  <a:alpha val="84000"/>
                </a:srgbClr>
              </a:gs>
              <a:gs pos="77000">
                <a:schemeClr val="accent1">
                  <a:alpha val="1600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905B64-D209-4B47-A90B-FA3B347D08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86000"/>
                </a:schemeClr>
              </a:gs>
              <a:gs pos="40000">
                <a:schemeClr val="accent1">
                  <a:alpha val="16000"/>
                </a:schemeClr>
              </a:gs>
            </a:gsLst>
            <a:lin ang="72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4410D713-DB2C-47AC-909A-FE41221C23A4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E7572716-33C7-4D4C-9484-B07D02A086D1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54F7D83-8537-4196-9AEF-F58983141F44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4588D660-91C4-4114-914A-171CED98D138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4" name="Полилиния: фигура 23">
              <a:extLst>
                <a:ext uri="{FF2B5EF4-FFF2-40B4-BE49-F238E27FC236}">
                  <a16:creationId xmlns:a16="http://schemas.microsoft.com/office/drawing/2014/main" id="{9D18E131-0D80-45D7-984C-4964AF60BAAA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C7FAF474-B90E-422C-A956-6F5D07CD7782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36" name="Заголовок 6">
            <a:extLst>
              <a:ext uri="{FF2B5EF4-FFF2-40B4-BE49-F238E27FC236}">
                <a16:creationId xmlns:a16="http://schemas.microsoft.com/office/drawing/2014/main" id="{06926F67-2078-4D79-B250-B5B1A5764D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A32A49FA-E795-418D-9CDB-33B2D38B9A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C492D19C-7ABD-4B45-B24D-5F834D9B3A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67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объект, сидит, часы, стол&#10;&#10;Автоматически созданное описание">
            <a:extLst>
              <a:ext uri="{FF2B5EF4-FFF2-40B4-BE49-F238E27FC236}">
                <a16:creationId xmlns:a16="http://schemas.microsoft.com/office/drawing/2014/main" id="{EE6A7DFF-D05F-430E-B366-8459DF0BA6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7843" y="0"/>
            <a:ext cx="10274157" cy="6858000"/>
          </a:xfrm>
          <a:prstGeom prst="rect">
            <a:avLst/>
          </a:prstGeom>
        </p:spPr>
      </p:pic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>
            <a:extLst>
              <a:ext uri="{FF2B5EF4-FFF2-40B4-BE49-F238E27FC236}">
                <a16:creationId xmlns:a16="http://schemas.microsoft.com/office/drawing/2014/main" id="{0C2DEFB2-1C6F-4D4F-95B8-BEE31C96780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601C8715-C336-461E-9571-479800F2CD8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15035C-8CCA-4D7A-AF76-11202AF9A83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</p:spTree>
    <p:extLst>
      <p:ext uri="{BB962C8B-B14F-4D97-AF65-F5344CB8AC3E}">
        <p14:creationId xmlns:p14="http://schemas.microsoft.com/office/powerpoint/2010/main" val="10616598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774FDFD-4BCB-4478-83C3-F127E31D349C}"/>
              </a:ext>
            </a:extLst>
          </p:cNvPr>
          <p:cNvGrpSpPr/>
          <p:nvPr userDrawn="1"/>
        </p:nvGrpSpPr>
        <p:grpSpPr>
          <a:xfrm>
            <a:off x="3469" y="-20497"/>
            <a:ext cx="12188531" cy="6878497"/>
            <a:chOff x="-834731" y="-20497"/>
            <a:chExt cx="12188531" cy="6878497"/>
          </a:xfrm>
        </p:grpSpPr>
        <p:pic>
          <p:nvPicPr>
            <p:cNvPr id="11" name="Рисунок 10" descr="Изображение выглядит как стол&#10;&#10;Автоматически созданное описание">
              <a:extLst>
                <a:ext uri="{FF2B5EF4-FFF2-40B4-BE49-F238E27FC236}">
                  <a16:creationId xmlns:a16="http://schemas.microsoft.com/office/drawing/2014/main" id="{195A18A8-60CB-4912-837D-0A802EC88AC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27519" y="0"/>
              <a:ext cx="9426281" cy="6858000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ECD24DB-0B1D-495F-8881-A6097D7DFECD}"/>
                </a:ext>
              </a:extLst>
            </p:cNvPr>
            <p:cNvSpPr/>
            <p:nvPr userDrawn="1"/>
          </p:nvSpPr>
          <p:spPr>
            <a:xfrm>
              <a:off x="-834731" y="-4762"/>
              <a:ext cx="12188531" cy="6858000"/>
            </a:xfrm>
            <a:prstGeom prst="rect">
              <a:avLst/>
            </a:prstGeom>
            <a:gradFill>
              <a:gsLst>
                <a:gs pos="19000">
                  <a:schemeClr val="accent1"/>
                </a:gs>
                <a:gs pos="40000">
                  <a:srgbClr val="002284">
                    <a:alpha val="84000"/>
                  </a:srgbClr>
                </a:gs>
                <a:gs pos="77000">
                  <a:schemeClr val="accent1">
                    <a:alpha val="16000"/>
                  </a:schemeClr>
                </a:gs>
              </a:gsLst>
              <a:lin ang="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TB Group Regular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724333B-1483-4400-A4D8-4D4E8790654B}"/>
                </a:ext>
              </a:extLst>
            </p:cNvPr>
            <p:cNvSpPr/>
            <p:nvPr userDrawn="1"/>
          </p:nvSpPr>
          <p:spPr>
            <a:xfrm>
              <a:off x="-831261" y="-20497"/>
              <a:ext cx="12185061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86000"/>
                  </a:schemeClr>
                </a:gs>
                <a:gs pos="40000">
                  <a:schemeClr val="accent1">
                    <a:alpha val="16000"/>
                  </a:schemeClr>
                </a:gs>
              </a:gsLst>
              <a:lin ang="72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TB Group Regular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9">
            <a:extLst>
              <a:ext uri="{FF2B5EF4-FFF2-40B4-BE49-F238E27FC236}">
                <a16:creationId xmlns:a16="http://schemas.microsoft.com/office/drawing/2014/main" id="{821E9985-8A48-49B8-9E33-AB25F84A05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24CD709D-700B-4FCB-98D3-FB08B5A0D98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BBB8E2A-00EE-C745-B468-EEB0906E04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057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5E849CE-AAED-481F-8178-DC04C900FEFD}"/>
              </a:ext>
            </a:extLst>
          </p:cNvPr>
          <p:cNvGrpSpPr/>
          <p:nvPr userDrawn="1"/>
        </p:nvGrpSpPr>
        <p:grpSpPr>
          <a:xfrm>
            <a:off x="0" y="-1032243"/>
            <a:ext cx="12944841" cy="8649040"/>
            <a:chOff x="0" y="-1032243"/>
            <a:chExt cx="12944841" cy="8649040"/>
          </a:xfrm>
        </p:grpSpPr>
        <p:pic>
          <p:nvPicPr>
            <p:cNvPr id="11" name="Рисунок 10" descr="Изображение выглядит как вода, укладывает, звезда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564C2D7C-06E2-43FB-8252-E783603C27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886821">
              <a:off x="2498386" y="-1032243"/>
              <a:ext cx="10446455" cy="8649040"/>
            </a:xfrm>
            <a:custGeom>
              <a:avLst/>
              <a:gdLst>
                <a:gd name="connsiteX0" fmla="*/ 8707549 w 10446455"/>
                <a:gd name="connsiteY0" fmla="*/ 0 h 8649040"/>
                <a:gd name="connsiteX1" fmla="*/ 10446455 w 10446455"/>
                <a:gd name="connsiteY1" fmla="*/ 6590644 h 8649040"/>
                <a:gd name="connsiteX2" fmla="*/ 10446455 w 10446455"/>
                <a:gd name="connsiteY2" fmla="*/ 6634147 h 8649040"/>
                <a:gd name="connsiteX3" fmla="*/ 2809787 w 10446455"/>
                <a:gd name="connsiteY3" fmla="*/ 8649040 h 8649040"/>
                <a:gd name="connsiteX4" fmla="*/ 0 w 10446455"/>
                <a:gd name="connsiteY4" fmla="*/ 8649040 h 8649040"/>
                <a:gd name="connsiteX5" fmla="*/ 0 w 10446455"/>
                <a:gd name="connsiteY5" fmla="*/ 2297440 h 864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46455" h="8649040">
                  <a:moveTo>
                    <a:pt x="8707549" y="0"/>
                  </a:moveTo>
                  <a:lnTo>
                    <a:pt x="10446455" y="6590644"/>
                  </a:lnTo>
                  <a:lnTo>
                    <a:pt x="10446455" y="6634147"/>
                  </a:lnTo>
                  <a:lnTo>
                    <a:pt x="2809787" y="8649040"/>
                  </a:lnTo>
                  <a:lnTo>
                    <a:pt x="0" y="8649040"/>
                  </a:lnTo>
                  <a:lnTo>
                    <a:pt x="0" y="2297440"/>
                  </a:lnTo>
                  <a:close/>
                </a:path>
              </a:pathLst>
            </a:cu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6B664CF-8FDC-4246-A307-9BBD388216DD}"/>
                </a:ext>
              </a:extLst>
            </p:cNvPr>
            <p:cNvSpPr/>
            <p:nvPr userDrawn="1"/>
          </p:nvSpPr>
          <p:spPr>
            <a:xfrm>
              <a:off x="0" y="14265"/>
              <a:ext cx="12192000" cy="6850595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6000"/>
                  </a:schemeClr>
                </a:gs>
                <a:gs pos="54000">
                  <a:schemeClr val="accent1">
                    <a:alpha val="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CD5BF4B1-8F5A-49D4-94D2-0FEB102AC34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356ECD97-FE0C-4C25-B4DE-FEE387F5C01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2BF65558-F99A-3949-BD32-2BAB1FFCB4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046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;p6">
            <a:extLst>
              <a:ext uri="{FF2B5EF4-FFF2-40B4-BE49-F238E27FC236}">
                <a16:creationId xmlns:a16="http://schemas.microsoft.com/office/drawing/2014/main" id="{2BAEF7E2-A1ED-493A-9C8D-9055A4032D51}"/>
              </a:ext>
            </a:extLst>
          </p:cNvPr>
          <p:cNvSpPr/>
          <p:nvPr userDrawn="1"/>
        </p:nvSpPr>
        <p:spPr>
          <a:xfrm>
            <a:off x="38845" y="0"/>
            <a:ext cx="1211431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48000">
                <a:srgbClr val="0A2896">
                  <a:alpha val="86666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ED566D4B-6CD9-413C-A31F-77E762AD67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E92E0D1-8FC5-4FD9-A287-2232B00B6994}"/>
              </a:ext>
            </a:extLst>
          </p:cNvPr>
          <p:cNvGrpSpPr/>
          <p:nvPr userDrawn="1"/>
        </p:nvGrpSpPr>
        <p:grpSpPr>
          <a:xfrm>
            <a:off x="5605148" y="2153621"/>
            <a:ext cx="6264531" cy="4338039"/>
            <a:chOff x="5767380" y="2286357"/>
            <a:chExt cx="6264531" cy="4338039"/>
          </a:xfrm>
        </p:grpSpPr>
        <p:sp>
          <p:nvSpPr>
            <p:cNvPr id="11" name="Google Shape;48;p6">
              <a:extLst>
                <a:ext uri="{FF2B5EF4-FFF2-40B4-BE49-F238E27FC236}">
                  <a16:creationId xmlns:a16="http://schemas.microsoft.com/office/drawing/2014/main" id="{65D30873-C9DB-485A-8CD4-0449A518264A}"/>
                </a:ext>
              </a:extLst>
            </p:cNvPr>
            <p:cNvSpPr/>
            <p:nvPr/>
          </p:nvSpPr>
          <p:spPr>
            <a:xfrm>
              <a:off x="7636105" y="4934695"/>
              <a:ext cx="1270743" cy="1423231"/>
            </a:xfrm>
            <a:custGeom>
              <a:avLst/>
              <a:gdLst/>
              <a:ahLst/>
              <a:cxnLst/>
              <a:rect l="l" t="t" r="r" b="b"/>
              <a:pathLst>
                <a:path w="1071562" h="1200150" extrusionOk="0">
                  <a:moveTo>
                    <a:pt x="527766" y="31100"/>
                  </a:moveTo>
                  <a:lnTo>
                    <a:pt x="75138" y="264272"/>
                  </a:lnTo>
                  <a:cubicBezTo>
                    <a:pt x="24560" y="289990"/>
                    <a:pt x="4844" y="352569"/>
                    <a:pt x="30561" y="403147"/>
                  </a:cubicBezTo>
                  <a:lnTo>
                    <a:pt x="405179" y="1130095"/>
                  </a:lnTo>
                  <a:cubicBezTo>
                    <a:pt x="430897" y="1180673"/>
                    <a:pt x="493476" y="1200390"/>
                    <a:pt x="544054" y="1174672"/>
                  </a:cubicBezTo>
                  <a:lnTo>
                    <a:pt x="996682" y="941500"/>
                  </a:lnTo>
                  <a:cubicBezTo>
                    <a:pt x="1047259" y="915782"/>
                    <a:pt x="1066977" y="853203"/>
                    <a:pt x="1041259" y="802625"/>
                  </a:cubicBezTo>
                  <a:lnTo>
                    <a:pt x="666641" y="75677"/>
                  </a:lnTo>
                  <a:cubicBezTo>
                    <a:pt x="640923" y="24242"/>
                    <a:pt x="579201" y="4526"/>
                    <a:pt x="527766" y="31100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" name="Google Shape;49;p6">
              <a:extLst>
                <a:ext uri="{FF2B5EF4-FFF2-40B4-BE49-F238E27FC236}">
                  <a16:creationId xmlns:a16="http://schemas.microsoft.com/office/drawing/2014/main" id="{88540F5C-0DAE-4AB5-ABD1-8460A7211572}"/>
                </a:ext>
              </a:extLst>
            </p:cNvPr>
            <p:cNvSpPr/>
            <p:nvPr/>
          </p:nvSpPr>
          <p:spPr>
            <a:xfrm>
              <a:off x="7692781" y="5091960"/>
              <a:ext cx="1148752" cy="1108088"/>
            </a:xfrm>
            <a:custGeom>
              <a:avLst/>
              <a:gdLst/>
              <a:ahLst/>
              <a:cxnLst/>
              <a:rect l="l" t="t" r="r" b="b"/>
              <a:pathLst>
                <a:path w="968692" h="934402" extrusionOk="0">
                  <a:moveTo>
                    <a:pt x="25979" y="353674"/>
                  </a:moveTo>
                  <a:lnTo>
                    <a:pt x="662400" y="25979"/>
                  </a:lnTo>
                  <a:lnTo>
                    <a:pt x="951243" y="586944"/>
                  </a:lnTo>
                  <a:lnTo>
                    <a:pt x="314822" y="914639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" name="Google Shape;50;p6">
              <a:extLst>
                <a:ext uri="{FF2B5EF4-FFF2-40B4-BE49-F238E27FC236}">
                  <a16:creationId xmlns:a16="http://schemas.microsoft.com/office/drawing/2014/main" id="{664F9558-2A74-47FD-8A54-28976A403B44}"/>
                </a:ext>
              </a:extLst>
            </p:cNvPr>
            <p:cNvSpPr/>
            <p:nvPr/>
          </p:nvSpPr>
          <p:spPr>
            <a:xfrm>
              <a:off x="8408868" y="6010026"/>
              <a:ext cx="142323" cy="142323"/>
            </a:xfrm>
            <a:custGeom>
              <a:avLst/>
              <a:gdLst/>
              <a:ahLst/>
              <a:cxnLst/>
              <a:rect l="l" t="t" r="r" b="b"/>
              <a:pathLst>
                <a:path w="120015" h="120015" extrusionOk="0">
                  <a:moveTo>
                    <a:pt x="105013" y="62151"/>
                  </a:moveTo>
                  <a:cubicBezTo>
                    <a:pt x="105013" y="85823"/>
                    <a:pt x="85823" y="105013"/>
                    <a:pt x="62151" y="105013"/>
                  </a:cubicBezTo>
                  <a:cubicBezTo>
                    <a:pt x="38479" y="105013"/>
                    <a:pt x="19288" y="85823"/>
                    <a:pt x="19288" y="62151"/>
                  </a:cubicBezTo>
                  <a:cubicBezTo>
                    <a:pt x="19288" y="38478"/>
                    <a:pt x="38479" y="19288"/>
                    <a:pt x="62151" y="19288"/>
                  </a:cubicBezTo>
                  <a:cubicBezTo>
                    <a:pt x="85823" y="19288"/>
                    <a:pt x="105013" y="38478"/>
                    <a:pt x="105013" y="62151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" name="Google Shape;51;p6">
              <a:extLst>
                <a:ext uri="{FF2B5EF4-FFF2-40B4-BE49-F238E27FC236}">
                  <a16:creationId xmlns:a16="http://schemas.microsoft.com/office/drawing/2014/main" id="{8A5985A9-44DC-44F2-BFE3-8632BFE55A5B}"/>
                </a:ext>
              </a:extLst>
            </p:cNvPr>
            <p:cNvSpPr/>
            <p:nvPr/>
          </p:nvSpPr>
          <p:spPr>
            <a:xfrm>
              <a:off x="8208599" y="5061544"/>
              <a:ext cx="71162" cy="71162"/>
            </a:xfrm>
            <a:custGeom>
              <a:avLst/>
              <a:gdLst/>
              <a:ahLst/>
              <a:cxnLst/>
              <a:rect l="l" t="t" r="r" b="b"/>
              <a:pathLst>
                <a:path w="60007" h="60007" extrusionOk="0">
                  <a:moveTo>
                    <a:pt x="57864" y="32147"/>
                  </a:moveTo>
                  <a:cubicBezTo>
                    <a:pt x="57864" y="46350"/>
                    <a:pt x="46350" y="57864"/>
                    <a:pt x="32147" y="57864"/>
                  </a:cubicBezTo>
                  <a:cubicBezTo>
                    <a:pt x="17943" y="57864"/>
                    <a:pt x="6429" y="46350"/>
                    <a:pt x="6429" y="32147"/>
                  </a:cubicBezTo>
                  <a:cubicBezTo>
                    <a:pt x="6429" y="17944"/>
                    <a:pt x="17943" y="6429"/>
                    <a:pt x="32147" y="6429"/>
                  </a:cubicBezTo>
                  <a:cubicBezTo>
                    <a:pt x="46350" y="6429"/>
                    <a:pt x="57864" y="17944"/>
                    <a:pt x="57864" y="32147"/>
                  </a:cubicBezTo>
                  <a:close/>
                </a:path>
              </a:pathLst>
            </a:custGeom>
            <a:noFill/>
            <a:ln w="15875" cap="flat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52;p6">
              <a:extLst>
                <a:ext uri="{FF2B5EF4-FFF2-40B4-BE49-F238E27FC236}">
                  <a16:creationId xmlns:a16="http://schemas.microsoft.com/office/drawing/2014/main" id="{DD3C5FAD-6354-4FC7-958A-F0DCFF94688E}"/>
                </a:ext>
              </a:extLst>
            </p:cNvPr>
            <p:cNvSpPr/>
            <p:nvPr/>
          </p:nvSpPr>
          <p:spPr>
            <a:xfrm>
              <a:off x="7878292" y="5109410"/>
              <a:ext cx="304978" cy="193153"/>
            </a:xfrm>
            <a:custGeom>
              <a:avLst/>
              <a:gdLst/>
              <a:ahLst/>
              <a:cxnLst/>
              <a:rect l="l" t="t" r="r" b="b"/>
              <a:pathLst>
                <a:path w="257175" h="162877" extrusionOk="0">
                  <a:moveTo>
                    <a:pt x="237815" y="65508"/>
                  </a:moveTo>
                  <a:lnTo>
                    <a:pt x="51792" y="161520"/>
                  </a:lnTo>
                  <a:cubicBezTo>
                    <a:pt x="36361" y="169235"/>
                    <a:pt x="17502" y="163234"/>
                    <a:pt x="9786" y="147804"/>
                  </a:cubicBezTo>
                  <a:lnTo>
                    <a:pt x="9786" y="147804"/>
                  </a:lnTo>
                  <a:cubicBezTo>
                    <a:pt x="2071" y="132373"/>
                    <a:pt x="8072" y="113514"/>
                    <a:pt x="23503" y="105798"/>
                  </a:cubicBezTo>
                  <a:lnTo>
                    <a:pt x="209526" y="9786"/>
                  </a:lnTo>
                  <a:cubicBezTo>
                    <a:pt x="224956" y="2071"/>
                    <a:pt x="243816" y="8072"/>
                    <a:pt x="251531" y="23503"/>
                  </a:cubicBezTo>
                  <a:lnTo>
                    <a:pt x="251531" y="23503"/>
                  </a:lnTo>
                  <a:cubicBezTo>
                    <a:pt x="259246" y="38076"/>
                    <a:pt x="253245" y="57793"/>
                    <a:pt x="237815" y="65508"/>
                  </a:cubicBezTo>
                  <a:close/>
                </a:path>
              </a:pathLst>
            </a:custGeom>
            <a:noFill/>
            <a:ln w="15875" cap="flat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53;p6">
              <a:extLst>
                <a:ext uri="{FF2B5EF4-FFF2-40B4-BE49-F238E27FC236}">
                  <a16:creationId xmlns:a16="http://schemas.microsoft.com/office/drawing/2014/main" id="{7D29A560-E28D-40C0-B10E-0FFF52DCE258}"/>
                </a:ext>
              </a:extLst>
            </p:cNvPr>
            <p:cNvSpPr/>
            <p:nvPr/>
          </p:nvSpPr>
          <p:spPr>
            <a:xfrm>
              <a:off x="8460719" y="5095707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5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54;p6">
              <a:extLst>
                <a:ext uri="{FF2B5EF4-FFF2-40B4-BE49-F238E27FC236}">
                  <a16:creationId xmlns:a16="http://schemas.microsoft.com/office/drawing/2014/main" id="{8870FDCE-A6DD-4534-9A6B-7644496D5A0A}"/>
                </a:ext>
              </a:extLst>
            </p:cNvPr>
            <p:cNvSpPr/>
            <p:nvPr/>
          </p:nvSpPr>
          <p:spPr>
            <a:xfrm>
              <a:off x="8530215" y="5229565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5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" name="Google Shape;55;p6">
              <a:extLst>
                <a:ext uri="{FF2B5EF4-FFF2-40B4-BE49-F238E27FC236}">
                  <a16:creationId xmlns:a16="http://schemas.microsoft.com/office/drawing/2014/main" id="{42AAD17F-03E1-40E9-914B-438F5A15C03A}"/>
                </a:ext>
              </a:extLst>
            </p:cNvPr>
            <p:cNvSpPr/>
            <p:nvPr/>
          </p:nvSpPr>
          <p:spPr>
            <a:xfrm>
              <a:off x="7898805" y="5961499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4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44F1FDF1-CF51-4747-97C3-28BDF238A6CC}"/>
                </a:ext>
              </a:extLst>
            </p:cNvPr>
            <p:cNvGrpSpPr/>
            <p:nvPr/>
          </p:nvGrpSpPr>
          <p:grpSpPr>
            <a:xfrm>
              <a:off x="5767380" y="3080455"/>
              <a:ext cx="1172133" cy="1077589"/>
              <a:chOff x="4653571" y="4416007"/>
              <a:chExt cx="1172133" cy="1077589"/>
            </a:xfrm>
          </p:grpSpPr>
          <p:sp>
            <p:nvSpPr>
              <p:cNvPr id="98" name="Google Shape;63;p6">
                <a:extLst>
                  <a:ext uri="{FF2B5EF4-FFF2-40B4-BE49-F238E27FC236}">
                    <a16:creationId xmlns:a16="http://schemas.microsoft.com/office/drawing/2014/main" id="{098DE395-E590-49A7-B35F-6439F7C41B3E}"/>
                  </a:ext>
                </a:extLst>
              </p:cNvPr>
              <p:cNvSpPr/>
              <p:nvPr/>
            </p:nvSpPr>
            <p:spPr>
              <a:xfrm>
                <a:off x="4653571" y="4416007"/>
                <a:ext cx="1077589" cy="1077589"/>
              </a:xfrm>
              <a:custGeom>
                <a:avLst/>
                <a:gdLst/>
                <a:ahLst/>
                <a:cxnLst/>
                <a:rect l="l" t="t" r="r" b="b"/>
                <a:pathLst>
                  <a:path w="908685" h="908685" extrusionOk="0">
                    <a:moveTo>
                      <a:pt x="893683" y="456486"/>
                    </a:moveTo>
                    <a:cubicBezTo>
                      <a:pt x="893683" y="697943"/>
                      <a:pt x="697943" y="893683"/>
                      <a:pt x="456486" y="893683"/>
                    </a:cubicBezTo>
                    <a:cubicBezTo>
                      <a:pt x="215028" y="893683"/>
                      <a:pt x="19288" y="697943"/>
                      <a:pt x="19288" y="456486"/>
                    </a:cubicBezTo>
                    <a:cubicBezTo>
                      <a:pt x="19288" y="215028"/>
                      <a:pt x="215028" y="19288"/>
                      <a:pt x="456486" y="19288"/>
                    </a:cubicBezTo>
                    <a:cubicBezTo>
                      <a:pt x="697943" y="19288"/>
                      <a:pt x="893683" y="215028"/>
                      <a:pt x="893683" y="456486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9" name="Google Shape;64;p6">
                <a:extLst>
                  <a:ext uri="{FF2B5EF4-FFF2-40B4-BE49-F238E27FC236}">
                    <a16:creationId xmlns:a16="http://schemas.microsoft.com/office/drawing/2014/main" id="{6F404203-4CAA-4DA4-B853-249907402A66}"/>
                  </a:ext>
                </a:extLst>
              </p:cNvPr>
              <p:cNvSpPr/>
              <p:nvPr/>
            </p:nvSpPr>
            <p:spPr>
              <a:xfrm>
                <a:off x="4798944" y="4560364"/>
                <a:ext cx="1026760" cy="792943"/>
              </a:xfrm>
              <a:custGeom>
                <a:avLst/>
                <a:gdLst/>
                <a:ahLst/>
                <a:cxnLst/>
                <a:rect l="l" t="t" r="r" b="b"/>
                <a:pathLst>
                  <a:path w="865822" h="668655" extrusionOk="0">
                    <a:moveTo>
                      <a:pt x="801100" y="289322"/>
                    </a:moveTo>
                    <a:lnTo>
                      <a:pt x="646795" y="289322"/>
                    </a:lnTo>
                    <a:cubicBezTo>
                      <a:pt x="624507" y="136731"/>
                      <a:pt x="493347" y="19288"/>
                      <a:pt x="334756" y="19288"/>
                    </a:cubicBezTo>
                    <a:cubicBezTo>
                      <a:pt x="160734" y="19288"/>
                      <a:pt x="19288" y="160734"/>
                      <a:pt x="19288" y="334756"/>
                    </a:cubicBezTo>
                    <a:cubicBezTo>
                      <a:pt x="19288" y="508778"/>
                      <a:pt x="160734" y="650224"/>
                      <a:pt x="334756" y="650224"/>
                    </a:cubicBezTo>
                    <a:cubicBezTo>
                      <a:pt x="493347" y="650224"/>
                      <a:pt x="625364" y="532781"/>
                      <a:pt x="646795" y="380190"/>
                    </a:cubicBezTo>
                    <a:lnTo>
                      <a:pt x="801100" y="380190"/>
                    </a:lnTo>
                    <a:cubicBezTo>
                      <a:pt x="825960" y="380190"/>
                      <a:pt x="846534" y="359616"/>
                      <a:pt x="846534" y="334756"/>
                    </a:cubicBezTo>
                    <a:cubicBezTo>
                      <a:pt x="845677" y="309896"/>
                      <a:pt x="825960" y="289322"/>
                      <a:pt x="801100" y="289322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100" name="Google Shape;65;p6">
                <a:extLst>
                  <a:ext uri="{FF2B5EF4-FFF2-40B4-BE49-F238E27FC236}">
                    <a16:creationId xmlns:a16="http://schemas.microsoft.com/office/drawing/2014/main" id="{084DCE31-B24E-4ADE-A973-7BABFF6841A4}"/>
                  </a:ext>
                </a:extLst>
              </p:cNvPr>
              <p:cNvSpPr/>
              <p:nvPr/>
            </p:nvSpPr>
            <p:spPr>
              <a:xfrm>
                <a:off x="4875188" y="4637625"/>
                <a:ext cx="630288" cy="630288"/>
              </a:xfrm>
              <a:custGeom>
                <a:avLst/>
                <a:gdLst/>
                <a:ahLst/>
                <a:cxnLst/>
                <a:rect l="l" t="t" r="r" b="b"/>
                <a:pathLst>
                  <a:path w="531495" h="531495" extrusionOk="0">
                    <a:moveTo>
                      <a:pt x="519922" y="269605"/>
                    </a:moveTo>
                    <a:cubicBezTo>
                      <a:pt x="519922" y="407851"/>
                      <a:pt x="407851" y="519922"/>
                      <a:pt x="269605" y="519922"/>
                    </a:cubicBezTo>
                    <a:cubicBezTo>
                      <a:pt x="131359" y="519922"/>
                      <a:pt x="19288" y="407851"/>
                      <a:pt x="19288" y="269605"/>
                    </a:cubicBezTo>
                    <a:cubicBezTo>
                      <a:pt x="19288" y="131359"/>
                      <a:pt x="131359" y="19288"/>
                      <a:pt x="269605" y="19288"/>
                    </a:cubicBezTo>
                    <a:cubicBezTo>
                      <a:pt x="407851" y="19288"/>
                      <a:pt x="519922" y="131359"/>
                      <a:pt x="519922" y="269605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101" name="Google Shape;66;p6">
                <a:extLst>
                  <a:ext uri="{FF2B5EF4-FFF2-40B4-BE49-F238E27FC236}">
                    <a16:creationId xmlns:a16="http://schemas.microsoft.com/office/drawing/2014/main" id="{14963F59-0A9A-4123-BEEF-36DDE9CC7FE7}"/>
                  </a:ext>
                </a:extLst>
              </p:cNvPr>
              <p:cNvSpPr/>
              <p:nvPr/>
            </p:nvSpPr>
            <p:spPr>
              <a:xfrm>
                <a:off x="4908737" y="4670156"/>
                <a:ext cx="477800" cy="477800"/>
              </a:xfrm>
              <a:custGeom>
                <a:avLst/>
                <a:gdLst/>
                <a:ahLst/>
                <a:cxnLst/>
                <a:rect l="l" t="t" r="r" b="b"/>
                <a:pathLst>
                  <a:path w="402907" h="402907" extrusionOk="0">
                    <a:moveTo>
                      <a:pt x="400764" y="69009"/>
                    </a:moveTo>
                    <a:cubicBezTo>
                      <a:pt x="357902" y="29575"/>
                      <a:pt x="301323" y="6429"/>
                      <a:pt x="241316" y="6429"/>
                    </a:cubicBezTo>
                    <a:cubicBezTo>
                      <a:pt x="111871" y="6429"/>
                      <a:pt x="6429" y="111871"/>
                      <a:pt x="6429" y="241316"/>
                    </a:cubicBezTo>
                    <a:cubicBezTo>
                      <a:pt x="6429" y="301323"/>
                      <a:pt x="28718" y="357902"/>
                      <a:pt x="69009" y="400764"/>
                    </a:cubicBezTo>
                    <a:cubicBezTo>
                      <a:pt x="61293" y="375047"/>
                      <a:pt x="57007" y="348472"/>
                      <a:pt x="57007" y="321897"/>
                    </a:cubicBezTo>
                    <a:cubicBezTo>
                      <a:pt x="57007" y="175308"/>
                      <a:pt x="176165" y="56150"/>
                      <a:pt x="322755" y="56150"/>
                    </a:cubicBezTo>
                    <a:cubicBezTo>
                      <a:pt x="348472" y="57007"/>
                      <a:pt x="375904" y="61293"/>
                      <a:pt x="400764" y="69009"/>
                    </a:cubicBezTo>
                    <a:close/>
                  </a:path>
                </a:pathLst>
              </a:custGeom>
              <a:noFill/>
              <a:ln w="15875" cap="flat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1A2A4ED5-FAD9-443D-A056-BCA4DA91FD14}"/>
                </a:ext>
              </a:extLst>
            </p:cNvPr>
            <p:cNvGrpSpPr/>
            <p:nvPr/>
          </p:nvGrpSpPr>
          <p:grpSpPr>
            <a:xfrm>
              <a:off x="7649339" y="2286357"/>
              <a:ext cx="3349810" cy="2919545"/>
              <a:chOff x="7649339" y="2286357"/>
              <a:chExt cx="3349810" cy="2919545"/>
            </a:xfrm>
          </p:grpSpPr>
          <p:sp>
            <p:nvSpPr>
              <p:cNvPr id="49" name="Google Shape;67;p6">
                <a:extLst>
                  <a:ext uri="{FF2B5EF4-FFF2-40B4-BE49-F238E27FC236}">
                    <a16:creationId xmlns:a16="http://schemas.microsoft.com/office/drawing/2014/main" id="{E5425B0E-4486-4AFC-AE68-6CB16AA64344}"/>
                  </a:ext>
                </a:extLst>
              </p:cNvPr>
              <p:cNvSpPr/>
              <p:nvPr/>
            </p:nvSpPr>
            <p:spPr>
              <a:xfrm>
                <a:off x="7649339" y="2674583"/>
                <a:ext cx="3120944" cy="2531319"/>
              </a:xfrm>
              <a:custGeom>
                <a:avLst/>
                <a:gdLst/>
                <a:ahLst/>
                <a:cxnLst/>
                <a:rect l="l" t="t" r="r" b="b"/>
                <a:pathLst>
                  <a:path w="2631757" h="2134552" extrusionOk="0">
                    <a:moveTo>
                      <a:pt x="2003077" y="2108406"/>
                    </a:moveTo>
                    <a:lnTo>
                      <a:pt x="93124" y="1361742"/>
                    </a:lnTo>
                    <a:cubicBezTo>
                      <a:pt x="33974" y="1338596"/>
                      <a:pt x="3970" y="1271730"/>
                      <a:pt x="27116" y="1211723"/>
                    </a:cubicBezTo>
                    <a:lnTo>
                      <a:pt x="493460" y="19288"/>
                    </a:lnTo>
                    <a:lnTo>
                      <a:pt x="2618583" y="849963"/>
                    </a:lnTo>
                    <a:lnTo>
                      <a:pt x="2152239" y="2042398"/>
                    </a:lnTo>
                    <a:cubicBezTo>
                      <a:pt x="2129093" y="2101548"/>
                      <a:pt x="2062227" y="2131552"/>
                      <a:pt x="2003077" y="2108406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0" name="Google Shape;68;p6">
                <a:extLst>
                  <a:ext uri="{FF2B5EF4-FFF2-40B4-BE49-F238E27FC236}">
                    <a16:creationId xmlns:a16="http://schemas.microsoft.com/office/drawing/2014/main" id="{C702C1DE-E788-49B3-B34B-6703A7564D94}"/>
                  </a:ext>
                </a:extLst>
              </p:cNvPr>
              <p:cNvSpPr/>
              <p:nvPr/>
            </p:nvSpPr>
            <p:spPr>
              <a:xfrm>
                <a:off x="8193350" y="2379770"/>
                <a:ext cx="2795634" cy="1321572"/>
              </a:xfrm>
              <a:custGeom>
                <a:avLst/>
                <a:gdLst/>
                <a:ahLst/>
                <a:cxnLst/>
                <a:rect l="l" t="t" r="r" b="b"/>
                <a:pathLst>
                  <a:path w="2357437" h="1114425" extrusionOk="0">
                    <a:moveTo>
                      <a:pt x="2159842" y="1098566"/>
                    </a:moveTo>
                    <a:lnTo>
                      <a:pt x="34719" y="267891"/>
                    </a:lnTo>
                    <a:lnTo>
                      <a:pt x="19288" y="19288"/>
                    </a:lnTo>
                    <a:lnTo>
                      <a:pt x="2339864" y="926259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1" name="Google Shape;69;p6">
                <a:extLst>
                  <a:ext uri="{FF2B5EF4-FFF2-40B4-BE49-F238E27FC236}">
                    <a16:creationId xmlns:a16="http://schemas.microsoft.com/office/drawing/2014/main" id="{2F87FD7E-3821-4311-90E3-2C3F8B68C92C}"/>
                  </a:ext>
                </a:extLst>
              </p:cNvPr>
              <p:cNvSpPr/>
              <p:nvPr/>
            </p:nvSpPr>
            <p:spPr>
              <a:xfrm>
                <a:off x="8193350" y="2286357"/>
                <a:ext cx="2805799" cy="1209747"/>
              </a:xfrm>
              <a:custGeom>
                <a:avLst/>
                <a:gdLst/>
                <a:ahLst/>
                <a:cxnLst/>
                <a:rect l="l" t="t" r="r" b="b"/>
                <a:pathLst>
                  <a:path w="2366010" h="1020127" extrusionOk="0">
                    <a:moveTo>
                      <a:pt x="2269570" y="843867"/>
                    </a:moveTo>
                    <a:lnTo>
                      <a:pt x="180451" y="27766"/>
                    </a:lnTo>
                    <a:cubicBezTo>
                      <a:pt x="116157" y="2905"/>
                      <a:pt x="44148" y="34623"/>
                      <a:pt x="19288" y="98060"/>
                    </a:cubicBezTo>
                    <a:lnTo>
                      <a:pt x="19288" y="98060"/>
                    </a:lnTo>
                    <a:lnTo>
                      <a:pt x="2339864" y="1005031"/>
                    </a:lnTo>
                    <a:lnTo>
                      <a:pt x="2339864" y="1005031"/>
                    </a:lnTo>
                    <a:cubicBezTo>
                      <a:pt x="2364724" y="941594"/>
                      <a:pt x="2333006" y="868728"/>
                      <a:pt x="2269570" y="843867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2" name="Google Shape;70;p6">
                <a:extLst>
                  <a:ext uri="{FF2B5EF4-FFF2-40B4-BE49-F238E27FC236}">
                    <a16:creationId xmlns:a16="http://schemas.microsoft.com/office/drawing/2014/main" id="{E13F0BA2-91C5-44B7-8106-8F7D7571971D}"/>
                  </a:ext>
                </a:extLst>
              </p:cNvPr>
              <p:cNvSpPr/>
              <p:nvPr/>
            </p:nvSpPr>
            <p:spPr>
              <a:xfrm>
                <a:off x="8297043" y="2523110"/>
                <a:ext cx="2510987" cy="1067424"/>
              </a:xfrm>
              <a:custGeom>
                <a:avLst/>
                <a:gdLst/>
                <a:ahLst/>
                <a:cxnLst/>
                <a:rect l="l" t="t" r="r" b="b"/>
                <a:pathLst>
                  <a:path w="2117407" h="900112" extrusionOk="0">
                    <a:moveTo>
                      <a:pt x="23574" y="91297"/>
                    </a:moveTo>
                    <a:lnTo>
                      <a:pt x="19288" y="19288"/>
                    </a:lnTo>
                    <a:lnTo>
                      <a:pt x="2105834" y="834533"/>
                    </a:lnTo>
                    <a:lnTo>
                      <a:pt x="2053542" y="88425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3" name="Google Shape;71;p6">
                <a:extLst>
                  <a:ext uri="{FF2B5EF4-FFF2-40B4-BE49-F238E27FC236}">
                    <a16:creationId xmlns:a16="http://schemas.microsoft.com/office/drawing/2014/main" id="{73460018-A381-4406-B512-47808F00522C}"/>
                  </a:ext>
                </a:extLst>
              </p:cNvPr>
              <p:cNvSpPr/>
              <p:nvPr/>
            </p:nvSpPr>
            <p:spPr>
              <a:xfrm>
                <a:off x="8297043" y="2523110"/>
                <a:ext cx="2510987" cy="1067424"/>
              </a:xfrm>
              <a:custGeom>
                <a:avLst/>
                <a:gdLst/>
                <a:ahLst/>
                <a:cxnLst/>
                <a:rect l="l" t="t" r="r" b="b"/>
                <a:pathLst>
                  <a:path w="2117407" h="900112" extrusionOk="0">
                    <a:moveTo>
                      <a:pt x="23574" y="91297"/>
                    </a:moveTo>
                    <a:lnTo>
                      <a:pt x="19288" y="19288"/>
                    </a:lnTo>
                    <a:lnTo>
                      <a:pt x="2105834" y="834533"/>
                    </a:lnTo>
                    <a:lnTo>
                      <a:pt x="2053542" y="88425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4" name="Google Shape;72;p6">
                <a:extLst>
                  <a:ext uri="{FF2B5EF4-FFF2-40B4-BE49-F238E27FC236}">
                    <a16:creationId xmlns:a16="http://schemas.microsoft.com/office/drawing/2014/main" id="{A8D889AC-70F3-4504-BAF3-FA7CF6B2761E}"/>
                  </a:ext>
                </a:extLst>
              </p:cNvPr>
              <p:cNvSpPr/>
              <p:nvPr/>
            </p:nvSpPr>
            <p:spPr>
              <a:xfrm>
                <a:off x="8584102" y="4155429"/>
                <a:ext cx="823442" cy="609956"/>
              </a:xfrm>
              <a:custGeom>
                <a:avLst/>
                <a:gdLst/>
                <a:ahLst/>
                <a:cxnLst/>
                <a:rect l="l" t="t" r="r" b="b"/>
                <a:pathLst>
                  <a:path w="694372" h="514350" extrusionOk="0">
                    <a:moveTo>
                      <a:pt x="125121" y="24984"/>
                    </a:moveTo>
                    <a:lnTo>
                      <a:pt x="670457" y="238048"/>
                    </a:lnTo>
                    <a:lnTo>
                      <a:pt x="570320" y="494348"/>
                    </a:lnTo>
                    <a:lnTo>
                      <a:pt x="24984" y="28128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5" name="Google Shape;73;p6">
                <a:extLst>
                  <a:ext uri="{FF2B5EF4-FFF2-40B4-BE49-F238E27FC236}">
                    <a16:creationId xmlns:a16="http://schemas.microsoft.com/office/drawing/2014/main" id="{5B28CBBC-7C8D-4423-8F08-0617B9373A16}"/>
                  </a:ext>
                </a:extLst>
              </p:cNvPr>
              <p:cNvSpPr/>
              <p:nvPr/>
            </p:nvSpPr>
            <p:spPr>
              <a:xfrm>
                <a:off x="8628452" y="4371277"/>
                <a:ext cx="254149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2870" extrusionOk="0">
                    <a:moveTo>
                      <a:pt x="19288" y="19288"/>
                    </a:moveTo>
                    <a:lnTo>
                      <a:pt x="197596" y="8958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6" name="Google Shape;74;p6">
                <a:extLst>
                  <a:ext uri="{FF2B5EF4-FFF2-40B4-BE49-F238E27FC236}">
                    <a16:creationId xmlns:a16="http://schemas.microsoft.com/office/drawing/2014/main" id="{2F55DDF3-B27C-4C74-A1A8-A9C8F0A4D61D}"/>
                  </a:ext>
                </a:extLst>
              </p:cNvPr>
              <p:cNvSpPr/>
              <p:nvPr/>
            </p:nvSpPr>
            <p:spPr>
              <a:xfrm>
                <a:off x="9063555" y="4542065"/>
                <a:ext cx="254149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2870" extrusionOk="0">
                    <a:moveTo>
                      <a:pt x="19288" y="19288"/>
                    </a:moveTo>
                    <a:lnTo>
                      <a:pt x="197596" y="88725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7" name="Google Shape;75;p6">
                <a:extLst>
                  <a:ext uri="{FF2B5EF4-FFF2-40B4-BE49-F238E27FC236}">
                    <a16:creationId xmlns:a16="http://schemas.microsoft.com/office/drawing/2014/main" id="{AE83CF4B-94B1-4582-A34D-6BF163694902}"/>
                  </a:ext>
                </a:extLst>
              </p:cNvPr>
              <p:cNvSpPr/>
              <p:nvPr/>
            </p:nvSpPr>
            <p:spPr>
              <a:xfrm>
                <a:off x="8015084" y="364494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8" name="Google Shape;76;p6">
                <a:extLst>
                  <a:ext uri="{FF2B5EF4-FFF2-40B4-BE49-F238E27FC236}">
                    <a16:creationId xmlns:a16="http://schemas.microsoft.com/office/drawing/2014/main" id="{EAB9A9DB-24DE-46F4-845D-5673B47D1072}"/>
                  </a:ext>
                </a:extLst>
              </p:cNvPr>
              <p:cNvSpPr/>
              <p:nvPr/>
            </p:nvSpPr>
            <p:spPr>
              <a:xfrm>
                <a:off x="8230529" y="372931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9" name="Google Shape;77;p6">
                <a:extLst>
                  <a:ext uri="{FF2B5EF4-FFF2-40B4-BE49-F238E27FC236}">
                    <a16:creationId xmlns:a16="http://schemas.microsoft.com/office/drawing/2014/main" id="{03106111-F4E1-4E1E-81A5-0A335E585DFE}"/>
                  </a:ext>
                </a:extLst>
              </p:cNvPr>
              <p:cNvSpPr/>
              <p:nvPr/>
            </p:nvSpPr>
            <p:spPr>
              <a:xfrm>
                <a:off x="8452582" y="3820284"/>
                <a:ext cx="1077589" cy="559127"/>
              </a:xfrm>
              <a:custGeom>
                <a:avLst/>
                <a:gdLst/>
                <a:ahLst/>
                <a:cxnLst/>
                <a:rect l="l" t="t" r="r" b="b"/>
                <a:pathLst>
                  <a:path w="908685" h="471487" extrusionOk="0">
                    <a:moveTo>
                      <a:pt x="787384" y="303038"/>
                    </a:moveTo>
                    <a:lnTo>
                      <a:pt x="60436" y="19288"/>
                    </a:lnTo>
                    <a:lnTo>
                      <a:pt x="19288" y="126444"/>
                    </a:lnTo>
                    <a:lnTo>
                      <a:pt x="746236" y="410194"/>
                    </a:lnTo>
                    <a:lnTo>
                      <a:pt x="852535" y="452199"/>
                    </a:lnTo>
                    <a:lnTo>
                      <a:pt x="894540" y="34504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0" name="Google Shape;78;p6">
                <a:extLst>
                  <a:ext uri="{FF2B5EF4-FFF2-40B4-BE49-F238E27FC236}">
                    <a16:creationId xmlns:a16="http://schemas.microsoft.com/office/drawing/2014/main" id="{C4CB73EB-E861-4A25-950F-CA75279C63A5}"/>
                  </a:ext>
                </a:extLst>
              </p:cNvPr>
              <p:cNvSpPr/>
              <p:nvPr/>
            </p:nvSpPr>
            <p:spPr>
              <a:xfrm>
                <a:off x="9522616" y="423423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1" name="Google Shape;79;p6">
                <a:extLst>
                  <a:ext uri="{FF2B5EF4-FFF2-40B4-BE49-F238E27FC236}">
                    <a16:creationId xmlns:a16="http://schemas.microsoft.com/office/drawing/2014/main" id="{2B4B4D07-30B0-4E9F-AECF-6FECFEF8A75B}"/>
                  </a:ext>
                </a:extLst>
              </p:cNvPr>
              <p:cNvSpPr/>
              <p:nvPr/>
            </p:nvSpPr>
            <p:spPr>
              <a:xfrm>
                <a:off x="9738061" y="431860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2" name="Google Shape;80;p6">
                <a:extLst>
                  <a:ext uri="{FF2B5EF4-FFF2-40B4-BE49-F238E27FC236}">
                    <a16:creationId xmlns:a16="http://schemas.microsoft.com/office/drawing/2014/main" id="{9BB83C6F-AF58-479B-A030-466A00DE1D83}"/>
                  </a:ext>
                </a:extLst>
              </p:cNvPr>
              <p:cNvSpPr/>
              <p:nvPr/>
            </p:nvSpPr>
            <p:spPr>
              <a:xfrm>
                <a:off x="8096775" y="3457359"/>
                <a:ext cx="437136" cy="304978"/>
              </a:xfrm>
              <a:custGeom>
                <a:avLst/>
                <a:gdLst/>
                <a:ahLst/>
                <a:cxnLst/>
                <a:rect l="l" t="t" r="r" b="b"/>
                <a:pathLst>
                  <a:path w="368617" h="257175" extrusionOk="0">
                    <a:moveTo>
                      <a:pt x="243030" y="90440"/>
                    </a:moveTo>
                    <a:lnTo>
                      <a:pt x="61293" y="19288"/>
                    </a:lnTo>
                    <a:lnTo>
                      <a:pt x="19288" y="126444"/>
                    </a:lnTo>
                    <a:lnTo>
                      <a:pt x="201025" y="197596"/>
                    </a:lnTo>
                    <a:lnTo>
                      <a:pt x="308181" y="239601"/>
                    </a:lnTo>
                    <a:lnTo>
                      <a:pt x="350186" y="13244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3" name="Google Shape;81;p6">
                <a:extLst>
                  <a:ext uri="{FF2B5EF4-FFF2-40B4-BE49-F238E27FC236}">
                    <a16:creationId xmlns:a16="http://schemas.microsoft.com/office/drawing/2014/main" id="{E77B6563-1150-4853-A5A5-A448C0A920A0}"/>
                  </a:ext>
                </a:extLst>
              </p:cNvPr>
              <p:cNvSpPr/>
              <p:nvPr/>
            </p:nvSpPr>
            <p:spPr>
              <a:xfrm>
                <a:off x="8521177" y="361925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4" name="Google Shape;82;p6">
                <a:extLst>
                  <a:ext uri="{FF2B5EF4-FFF2-40B4-BE49-F238E27FC236}">
                    <a16:creationId xmlns:a16="http://schemas.microsoft.com/office/drawing/2014/main" id="{E3FFFB95-C064-4EDA-8D5E-E8A7B23E0C2E}"/>
                  </a:ext>
                </a:extLst>
              </p:cNvPr>
              <p:cNvSpPr/>
              <p:nvPr/>
            </p:nvSpPr>
            <p:spPr>
              <a:xfrm>
                <a:off x="8736620" y="370362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5" name="Google Shape;83;p6">
                <a:extLst>
                  <a:ext uri="{FF2B5EF4-FFF2-40B4-BE49-F238E27FC236}">
                    <a16:creationId xmlns:a16="http://schemas.microsoft.com/office/drawing/2014/main" id="{765E9535-0DF6-469B-9DAC-B99CFD28A8A5}"/>
                  </a:ext>
                </a:extLst>
              </p:cNvPr>
              <p:cNvSpPr/>
              <p:nvPr/>
            </p:nvSpPr>
            <p:spPr>
              <a:xfrm>
                <a:off x="8952434" y="378704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6" name="Google Shape;84;p6">
                <a:extLst>
                  <a:ext uri="{FF2B5EF4-FFF2-40B4-BE49-F238E27FC236}">
                    <a16:creationId xmlns:a16="http://schemas.microsoft.com/office/drawing/2014/main" id="{37E16495-3971-4935-8B1E-94050406744C}"/>
                  </a:ext>
                </a:extLst>
              </p:cNvPr>
              <p:cNvSpPr/>
              <p:nvPr/>
            </p:nvSpPr>
            <p:spPr>
              <a:xfrm>
                <a:off x="9598766" y="404016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7" name="Google Shape;85;p6">
                <a:extLst>
                  <a:ext uri="{FF2B5EF4-FFF2-40B4-BE49-F238E27FC236}">
                    <a16:creationId xmlns:a16="http://schemas.microsoft.com/office/drawing/2014/main" id="{99616458-00FF-4FF6-BA7E-5D7BE23E65CB}"/>
                  </a:ext>
                </a:extLst>
              </p:cNvPr>
              <p:cNvSpPr/>
              <p:nvPr/>
            </p:nvSpPr>
            <p:spPr>
              <a:xfrm>
                <a:off x="9814210" y="412453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8" name="Google Shape;86;p6">
                <a:extLst>
                  <a:ext uri="{FF2B5EF4-FFF2-40B4-BE49-F238E27FC236}">
                    <a16:creationId xmlns:a16="http://schemas.microsoft.com/office/drawing/2014/main" id="{C5B07C08-42DF-44F9-9CAF-6E3620087ABD}"/>
                  </a:ext>
                </a:extLst>
              </p:cNvPr>
              <p:cNvSpPr/>
              <p:nvPr/>
            </p:nvSpPr>
            <p:spPr>
              <a:xfrm>
                <a:off x="9960191" y="4215738"/>
                <a:ext cx="294813" cy="406637"/>
              </a:xfrm>
              <a:custGeom>
                <a:avLst/>
                <a:gdLst/>
                <a:ahLst/>
                <a:cxnLst/>
                <a:rect l="l" t="t" r="r" b="b"/>
                <a:pathLst>
                  <a:path w="248602" h="342900" extrusionOk="0">
                    <a:moveTo>
                      <a:pt x="125587" y="19288"/>
                    </a:moveTo>
                    <a:lnTo>
                      <a:pt x="83582" y="125587"/>
                    </a:lnTo>
                    <a:lnTo>
                      <a:pt x="19288" y="290179"/>
                    </a:lnTo>
                    <a:lnTo>
                      <a:pt x="126444" y="331327"/>
                    </a:lnTo>
                    <a:lnTo>
                      <a:pt x="190738" y="167592"/>
                    </a:lnTo>
                    <a:lnTo>
                      <a:pt x="231886" y="60436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9" name="Google Shape;87;p6">
                <a:extLst>
                  <a:ext uri="{FF2B5EF4-FFF2-40B4-BE49-F238E27FC236}">
                    <a16:creationId xmlns:a16="http://schemas.microsoft.com/office/drawing/2014/main" id="{1C466B00-53B9-4B3C-9E9B-F9631AD9FB9D}"/>
                  </a:ext>
                </a:extLst>
              </p:cNvPr>
              <p:cNvSpPr/>
              <p:nvPr/>
            </p:nvSpPr>
            <p:spPr>
              <a:xfrm>
                <a:off x="8166439" y="325643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0" name="Google Shape;88;p6">
                <a:extLst>
                  <a:ext uri="{FF2B5EF4-FFF2-40B4-BE49-F238E27FC236}">
                    <a16:creationId xmlns:a16="http://schemas.microsoft.com/office/drawing/2014/main" id="{C6A8471E-E599-4C39-A0FF-8A6F49C3E76A}"/>
                  </a:ext>
                </a:extLst>
              </p:cNvPr>
              <p:cNvSpPr/>
              <p:nvPr/>
            </p:nvSpPr>
            <p:spPr>
              <a:xfrm>
                <a:off x="8381882" y="334081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1" name="Google Shape;89;p6">
                <a:extLst>
                  <a:ext uri="{FF2B5EF4-FFF2-40B4-BE49-F238E27FC236}">
                    <a16:creationId xmlns:a16="http://schemas.microsoft.com/office/drawing/2014/main" id="{166B7C86-A0F4-4FD0-9E3E-709D3E7B1FE9}"/>
                  </a:ext>
                </a:extLst>
              </p:cNvPr>
              <p:cNvSpPr/>
              <p:nvPr/>
            </p:nvSpPr>
            <p:spPr>
              <a:xfrm>
                <a:off x="8597327" y="342518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2" name="Google Shape;90;p6">
                <a:extLst>
                  <a:ext uri="{FF2B5EF4-FFF2-40B4-BE49-F238E27FC236}">
                    <a16:creationId xmlns:a16="http://schemas.microsoft.com/office/drawing/2014/main" id="{3F4C1F65-E903-4C8B-BBC9-C14E53F8A466}"/>
                  </a:ext>
                </a:extLst>
              </p:cNvPr>
              <p:cNvSpPr/>
              <p:nvPr/>
            </p:nvSpPr>
            <p:spPr>
              <a:xfrm>
                <a:off x="8813140" y="350860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3" name="Google Shape;91;p6">
                <a:extLst>
                  <a:ext uri="{FF2B5EF4-FFF2-40B4-BE49-F238E27FC236}">
                    <a16:creationId xmlns:a16="http://schemas.microsoft.com/office/drawing/2014/main" id="{FF828AEB-2581-423F-AAA4-28A0D24C7B9B}"/>
                  </a:ext>
                </a:extLst>
              </p:cNvPr>
              <p:cNvSpPr/>
              <p:nvPr/>
            </p:nvSpPr>
            <p:spPr>
              <a:xfrm>
                <a:off x="9028585" y="359298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4" name="Google Shape;92;p6">
                <a:extLst>
                  <a:ext uri="{FF2B5EF4-FFF2-40B4-BE49-F238E27FC236}">
                    <a16:creationId xmlns:a16="http://schemas.microsoft.com/office/drawing/2014/main" id="{68329874-7FD8-4F4F-8104-673140F5C89B}"/>
                  </a:ext>
                </a:extLst>
              </p:cNvPr>
              <p:cNvSpPr/>
              <p:nvPr/>
            </p:nvSpPr>
            <p:spPr>
              <a:xfrm>
                <a:off x="9244029" y="367735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5" name="Google Shape;93;p6">
                <a:extLst>
                  <a:ext uri="{FF2B5EF4-FFF2-40B4-BE49-F238E27FC236}">
                    <a16:creationId xmlns:a16="http://schemas.microsoft.com/office/drawing/2014/main" id="{1EB4BDCD-BBAC-4192-A0DA-E66780BAAA95}"/>
                  </a:ext>
                </a:extLst>
              </p:cNvPr>
              <p:cNvSpPr/>
              <p:nvPr/>
            </p:nvSpPr>
            <p:spPr>
              <a:xfrm>
                <a:off x="9174364" y="3768437"/>
                <a:ext cx="508297" cy="416804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51472" extrusionOk="0">
                    <a:moveTo>
                      <a:pt x="307324" y="19288"/>
                    </a:moveTo>
                    <a:lnTo>
                      <a:pt x="243030" y="183023"/>
                    </a:lnTo>
                    <a:lnTo>
                      <a:pt x="168450" y="153876"/>
                    </a:lnTo>
                    <a:lnTo>
                      <a:pt x="61294" y="112728"/>
                    </a:lnTo>
                    <a:lnTo>
                      <a:pt x="19288" y="219027"/>
                    </a:lnTo>
                    <a:lnTo>
                      <a:pt x="126444" y="261033"/>
                    </a:lnTo>
                    <a:lnTo>
                      <a:pt x="201025" y="290179"/>
                    </a:lnTo>
                    <a:lnTo>
                      <a:pt x="308181" y="332184"/>
                    </a:lnTo>
                    <a:lnTo>
                      <a:pt x="350186" y="225028"/>
                    </a:lnTo>
                    <a:lnTo>
                      <a:pt x="413623" y="6129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6" name="Google Shape;94;p6">
                <a:extLst>
                  <a:ext uri="{FF2B5EF4-FFF2-40B4-BE49-F238E27FC236}">
                    <a16:creationId xmlns:a16="http://schemas.microsoft.com/office/drawing/2014/main" id="{42B80021-C52C-4D73-9E58-ADCB0B73DF8C}"/>
                  </a:ext>
                </a:extLst>
              </p:cNvPr>
              <p:cNvSpPr/>
              <p:nvPr/>
            </p:nvSpPr>
            <p:spPr>
              <a:xfrm>
                <a:off x="9674916" y="384609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7" name="Google Shape;95;p6">
                <a:extLst>
                  <a:ext uri="{FF2B5EF4-FFF2-40B4-BE49-F238E27FC236}">
                    <a16:creationId xmlns:a16="http://schemas.microsoft.com/office/drawing/2014/main" id="{29367074-9679-4B00-971C-07D9CA74D8B4}"/>
                  </a:ext>
                </a:extLst>
              </p:cNvPr>
              <p:cNvSpPr/>
              <p:nvPr/>
            </p:nvSpPr>
            <p:spPr>
              <a:xfrm>
                <a:off x="9890362" y="393046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8" name="Google Shape;96;p6">
                <a:extLst>
                  <a:ext uri="{FF2B5EF4-FFF2-40B4-BE49-F238E27FC236}">
                    <a16:creationId xmlns:a16="http://schemas.microsoft.com/office/drawing/2014/main" id="{FC767446-98B1-46DD-8BBC-B4DE2F9EE171}"/>
                  </a:ext>
                </a:extLst>
              </p:cNvPr>
              <p:cNvSpPr/>
              <p:nvPr/>
            </p:nvSpPr>
            <p:spPr>
              <a:xfrm>
                <a:off x="10106175" y="401389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9" name="Google Shape;97;p6">
                <a:extLst>
                  <a:ext uri="{FF2B5EF4-FFF2-40B4-BE49-F238E27FC236}">
                    <a16:creationId xmlns:a16="http://schemas.microsoft.com/office/drawing/2014/main" id="{116B3FC2-C2CC-4DEB-AFDD-B795EC0A7E8F}"/>
                  </a:ext>
                </a:extLst>
              </p:cNvPr>
              <p:cNvSpPr/>
              <p:nvPr/>
            </p:nvSpPr>
            <p:spPr>
              <a:xfrm>
                <a:off x="8249263" y="3069021"/>
                <a:ext cx="437136" cy="304978"/>
              </a:xfrm>
              <a:custGeom>
                <a:avLst/>
                <a:gdLst/>
                <a:ahLst/>
                <a:cxnLst/>
                <a:rect l="l" t="t" r="r" b="b"/>
                <a:pathLst>
                  <a:path w="368617" h="257175" extrusionOk="0">
                    <a:moveTo>
                      <a:pt x="243030" y="90440"/>
                    </a:moveTo>
                    <a:lnTo>
                      <a:pt x="61294" y="19288"/>
                    </a:lnTo>
                    <a:lnTo>
                      <a:pt x="19288" y="126444"/>
                    </a:lnTo>
                    <a:lnTo>
                      <a:pt x="201025" y="197596"/>
                    </a:lnTo>
                    <a:lnTo>
                      <a:pt x="308181" y="238744"/>
                    </a:lnTo>
                    <a:lnTo>
                      <a:pt x="349329" y="13244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0" name="Google Shape;98;p6">
                <a:extLst>
                  <a:ext uri="{FF2B5EF4-FFF2-40B4-BE49-F238E27FC236}">
                    <a16:creationId xmlns:a16="http://schemas.microsoft.com/office/drawing/2014/main" id="{B37D5343-71FD-4EEC-BFB2-7097BBB6FADD}"/>
                  </a:ext>
                </a:extLst>
              </p:cNvPr>
              <p:cNvSpPr/>
              <p:nvPr/>
            </p:nvSpPr>
            <p:spPr>
              <a:xfrm>
                <a:off x="8673848" y="323016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1" name="Google Shape;99;p6">
                <a:extLst>
                  <a:ext uri="{FF2B5EF4-FFF2-40B4-BE49-F238E27FC236}">
                    <a16:creationId xmlns:a16="http://schemas.microsoft.com/office/drawing/2014/main" id="{DF945D80-C6F8-4D3F-99FF-137C6C45E1EB}"/>
                  </a:ext>
                </a:extLst>
              </p:cNvPr>
              <p:cNvSpPr/>
              <p:nvPr/>
            </p:nvSpPr>
            <p:spPr>
              <a:xfrm>
                <a:off x="8889291" y="331454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2" name="Google Shape;100;p6">
                <a:extLst>
                  <a:ext uri="{FF2B5EF4-FFF2-40B4-BE49-F238E27FC236}">
                    <a16:creationId xmlns:a16="http://schemas.microsoft.com/office/drawing/2014/main" id="{B6FF111F-B0BD-4341-9108-D68FCA3AE5C2}"/>
                  </a:ext>
                </a:extLst>
              </p:cNvPr>
              <p:cNvSpPr/>
              <p:nvPr/>
            </p:nvSpPr>
            <p:spPr>
              <a:xfrm>
                <a:off x="9103788" y="339854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3" name="Google Shape;101;p6">
                <a:extLst>
                  <a:ext uri="{FF2B5EF4-FFF2-40B4-BE49-F238E27FC236}">
                    <a16:creationId xmlns:a16="http://schemas.microsoft.com/office/drawing/2014/main" id="{857BB367-ED87-4806-840C-90805AE1D8FE}"/>
                  </a:ext>
                </a:extLst>
              </p:cNvPr>
              <p:cNvSpPr/>
              <p:nvPr/>
            </p:nvSpPr>
            <p:spPr>
              <a:xfrm>
                <a:off x="9319232" y="348291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4" name="Google Shape;102;p6">
                <a:extLst>
                  <a:ext uri="{FF2B5EF4-FFF2-40B4-BE49-F238E27FC236}">
                    <a16:creationId xmlns:a16="http://schemas.microsoft.com/office/drawing/2014/main" id="{F710EB22-C8D9-4B8E-8630-8EF556B3AA12}"/>
                  </a:ext>
                </a:extLst>
              </p:cNvPr>
              <p:cNvSpPr/>
              <p:nvPr/>
            </p:nvSpPr>
            <p:spPr>
              <a:xfrm>
                <a:off x="9534677" y="356728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5" name="Google Shape;103;p6">
                <a:extLst>
                  <a:ext uri="{FF2B5EF4-FFF2-40B4-BE49-F238E27FC236}">
                    <a16:creationId xmlns:a16="http://schemas.microsoft.com/office/drawing/2014/main" id="{DD72C5C4-599B-41A6-B4E1-D5A015F53E0E}"/>
                  </a:ext>
                </a:extLst>
              </p:cNvPr>
              <p:cNvSpPr/>
              <p:nvPr/>
            </p:nvSpPr>
            <p:spPr>
              <a:xfrm>
                <a:off x="9750120" y="365165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6" name="Google Shape;104;p6">
                <a:extLst>
                  <a:ext uri="{FF2B5EF4-FFF2-40B4-BE49-F238E27FC236}">
                    <a16:creationId xmlns:a16="http://schemas.microsoft.com/office/drawing/2014/main" id="{D2255F7B-3BB7-4A07-8946-2163B960550A}"/>
                  </a:ext>
                </a:extLst>
              </p:cNvPr>
              <p:cNvSpPr/>
              <p:nvPr/>
            </p:nvSpPr>
            <p:spPr>
              <a:xfrm>
                <a:off x="9965934" y="373508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7" name="Google Shape;105;p6">
                <a:extLst>
                  <a:ext uri="{FF2B5EF4-FFF2-40B4-BE49-F238E27FC236}">
                    <a16:creationId xmlns:a16="http://schemas.microsoft.com/office/drawing/2014/main" id="{7040BD3D-9833-418C-BAC8-83E3B4EB7153}"/>
                  </a:ext>
                </a:extLst>
              </p:cNvPr>
              <p:cNvSpPr/>
              <p:nvPr/>
            </p:nvSpPr>
            <p:spPr>
              <a:xfrm>
                <a:off x="10181377" y="381945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8" name="Google Shape;106;p6">
                <a:extLst>
                  <a:ext uri="{FF2B5EF4-FFF2-40B4-BE49-F238E27FC236}">
                    <a16:creationId xmlns:a16="http://schemas.microsoft.com/office/drawing/2014/main" id="{D2DF3654-7A55-4708-847C-17E469F2AA8E}"/>
                  </a:ext>
                </a:extLst>
              </p:cNvPr>
              <p:cNvSpPr/>
              <p:nvPr/>
            </p:nvSpPr>
            <p:spPr>
              <a:xfrm>
                <a:off x="8317793" y="286793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9" name="Google Shape;107;p6">
                <a:extLst>
                  <a:ext uri="{FF2B5EF4-FFF2-40B4-BE49-F238E27FC236}">
                    <a16:creationId xmlns:a16="http://schemas.microsoft.com/office/drawing/2014/main" id="{30F4C54F-5DC9-487A-B0A9-F06EC57D3379}"/>
                  </a:ext>
                </a:extLst>
              </p:cNvPr>
              <p:cNvSpPr/>
              <p:nvPr/>
            </p:nvSpPr>
            <p:spPr>
              <a:xfrm>
                <a:off x="8533607" y="295136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0" name="Google Shape;108;p6">
                <a:extLst>
                  <a:ext uri="{FF2B5EF4-FFF2-40B4-BE49-F238E27FC236}">
                    <a16:creationId xmlns:a16="http://schemas.microsoft.com/office/drawing/2014/main" id="{24537C91-E47C-408E-B945-E631C7562A48}"/>
                  </a:ext>
                </a:extLst>
              </p:cNvPr>
              <p:cNvSpPr/>
              <p:nvPr/>
            </p:nvSpPr>
            <p:spPr>
              <a:xfrm>
                <a:off x="8749050" y="303573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1" name="Google Shape;109;p6">
                <a:extLst>
                  <a:ext uri="{FF2B5EF4-FFF2-40B4-BE49-F238E27FC236}">
                    <a16:creationId xmlns:a16="http://schemas.microsoft.com/office/drawing/2014/main" id="{6284EE2A-08A3-433F-878E-7E849DD9D2F6}"/>
                  </a:ext>
                </a:extLst>
              </p:cNvPr>
              <p:cNvSpPr/>
              <p:nvPr/>
            </p:nvSpPr>
            <p:spPr>
              <a:xfrm>
                <a:off x="8964495" y="312010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2" name="Google Shape;110;p6">
                <a:extLst>
                  <a:ext uri="{FF2B5EF4-FFF2-40B4-BE49-F238E27FC236}">
                    <a16:creationId xmlns:a16="http://schemas.microsoft.com/office/drawing/2014/main" id="{BA83DDC5-CC3C-42D3-8FDE-E8123A5A6CF5}"/>
                  </a:ext>
                </a:extLst>
              </p:cNvPr>
              <p:cNvSpPr/>
              <p:nvPr/>
            </p:nvSpPr>
            <p:spPr>
              <a:xfrm>
                <a:off x="9179939" y="320447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3" name="Google Shape;111;p6">
                <a:extLst>
                  <a:ext uri="{FF2B5EF4-FFF2-40B4-BE49-F238E27FC236}">
                    <a16:creationId xmlns:a16="http://schemas.microsoft.com/office/drawing/2014/main" id="{05B90C42-978B-4952-BA53-A92DA9BE0261}"/>
                  </a:ext>
                </a:extLst>
              </p:cNvPr>
              <p:cNvSpPr/>
              <p:nvPr/>
            </p:nvSpPr>
            <p:spPr>
              <a:xfrm>
                <a:off x="9395382" y="328884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4" name="Google Shape;112;p6">
                <a:extLst>
                  <a:ext uri="{FF2B5EF4-FFF2-40B4-BE49-F238E27FC236}">
                    <a16:creationId xmlns:a16="http://schemas.microsoft.com/office/drawing/2014/main" id="{AC56AA0A-9A0F-4488-9237-AA77D027AFA2}"/>
                  </a:ext>
                </a:extLst>
              </p:cNvPr>
              <p:cNvSpPr/>
              <p:nvPr/>
            </p:nvSpPr>
            <p:spPr>
              <a:xfrm>
                <a:off x="9610827" y="337322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5" name="Google Shape;113;p6">
                <a:extLst>
                  <a:ext uri="{FF2B5EF4-FFF2-40B4-BE49-F238E27FC236}">
                    <a16:creationId xmlns:a16="http://schemas.microsoft.com/office/drawing/2014/main" id="{76441E89-819F-4C63-8A66-461EA331AA28}"/>
                  </a:ext>
                </a:extLst>
              </p:cNvPr>
              <p:cNvSpPr/>
              <p:nvPr/>
            </p:nvSpPr>
            <p:spPr>
              <a:xfrm>
                <a:off x="9826640" y="345664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6" name="Google Shape;114;p6">
                <a:extLst>
                  <a:ext uri="{FF2B5EF4-FFF2-40B4-BE49-F238E27FC236}">
                    <a16:creationId xmlns:a16="http://schemas.microsoft.com/office/drawing/2014/main" id="{940DCEAC-8288-4F4D-9048-C10D2FFEA043}"/>
                  </a:ext>
                </a:extLst>
              </p:cNvPr>
              <p:cNvSpPr/>
              <p:nvPr/>
            </p:nvSpPr>
            <p:spPr>
              <a:xfrm>
                <a:off x="10042085" y="354101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7" name="Google Shape;115;p6">
                <a:extLst>
                  <a:ext uri="{FF2B5EF4-FFF2-40B4-BE49-F238E27FC236}">
                    <a16:creationId xmlns:a16="http://schemas.microsoft.com/office/drawing/2014/main" id="{1DC38D2F-DCAB-4C98-A7E0-50A842EF409F}"/>
                  </a:ext>
                </a:extLst>
              </p:cNvPr>
              <p:cNvSpPr/>
              <p:nvPr/>
            </p:nvSpPr>
            <p:spPr>
              <a:xfrm>
                <a:off x="10257528" y="362538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1A82236F-657F-45CF-8237-0E8F665FD2B3}"/>
                </a:ext>
              </a:extLst>
            </p:cNvPr>
            <p:cNvGrpSpPr/>
            <p:nvPr/>
          </p:nvGrpSpPr>
          <p:grpSpPr>
            <a:xfrm rot="120000">
              <a:off x="6259928" y="4383681"/>
              <a:ext cx="1362236" cy="1646882"/>
              <a:chOff x="6074184" y="4326529"/>
              <a:chExt cx="1362236" cy="1646882"/>
            </a:xfrm>
          </p:grpSpPr>
          <p:sp>
            <p:nvSpPr>
              <p:cNvPr id="42" name="Google Shape;132;p6">
                <a:extLst>
                  <a:ext uri="{FF2B5EF4-FFF2-40B4-BE49-F238E27FC236}">
                    <a16:creationId xmlns:a16="http://schemas.microsoft.com/office/drawing/2014/main" id="{F8D7DCBF-9C67-403F-AE46-DFE86960A97C}"/>
                  </a:ext>
                </a:extLst>
              </p:cNvPr>
              <p:cNvSpPr/>
              <p:nvPr/>
            </p:nvSpPr>
            <p:spPr>
              <a:xfrm>
                <a:off x="6074184" y="4326529"/>
                <a:ext cx="1362236" cy="1646882"/>
              </a:xfrm>
              <a:custGeom>
                <a:avLst/>
                <a:gdLst/>
                <a:ahLst/>
                <a:cxnLst/>
                <a:rect l="l" t="t" r="r" b="b"/>
                <a:pathLst>
                  <a:path w="1148715" h="1388745" extrusionOk="0">
                    <a:moveTo>
                      <a:pt x="288376" y="23117"/>
                    </a:moveTo>
                    <a:lnTo>
                      <a:pt x="1132206" y="216974"/>
                    </a:lnTo>
                    <a:lnTo>
                      <a:pt x="866948" y="1371602"/>
                    </a:lnTo>
                    <a:lnTo>
                      <a:pt x="23117" y="117774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3" name="Google Shape;133;p6">
                <a:extLst>
                  <a:ext uri="{FF2B5EF4-FFF2-40B4-BE49-F238E27FC236}">
                    <a16:creationId xmlns:a16="http://schemas.microsoft.com/office/drawing/2014/main" id="{6D889E8C-AD11-4F19-AE80-5BEAFCB87DEC}"/>
                  </a:ext>
                </a:extLst>
              </p:cNvPr>
              <p:cNvSpPr/>
              <p:nvPr/>
            </p:nvSpPr>
            <p:spPr>
              <a:xfrm>
                <a:off x="6501783" y="4610452"/>
                <a:ext cx="315145" cy="315145"/>
              </a:xfrm>
              <a:custGeom>
                <a:avLst/>
                <a:gdLst/>
                <a:ahLst/>
                <a:cxnLst/>
                <a:rect l="l" t="t" r="r" b="b"/>
                <a:pathLst>
                  <a:path w="265747" h="265747" extrusionOk="0">
                    <a:moveTo>
                      <a:pt x="64384" y="23117"/>
                    </a:moveTo>
                    <a:lnTo>
                      <a:pt x="244011" y="64384"/>
                    </a:lnTo>
                    <a:lnTo>
                      <a:pt x="202744" y="244011"/>
                    </a:lnTo>
                    <a:lnTo>
                      <a:pt x="23117" y="20274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4" name="Google Shape;134;p6">
                <a:extLst>
                  <a:ext uri="{FF2B5EF4-FFF2-40B4-BE49-F238E27FC236}">
                    <a16:creationId xmlns:a16="http://schemas.microsoft.com/office/drawing/2014/main" id="{5DD3B4AD-5623-46A0-A4C3-AAB695DBDD31}"/>
                  </a:ext>
                </a:extLst>
              </p:cNvPr>
              <p:cNvSpPr/>
              <p:nvPr/>
            </p:nvSpPr>
            <p:spPr>
              <a:xfrm>
                <a:off x="6468191" y="5003599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5" name="Google Shape;135;p6">
                <a:extLst>
                  <a:ext uri="{FF2B5EF4-FFF2-40B4-BE49-F238E27FC236}">
                    <a16:creationId xmlns:a16="http://schemas.microsoft.com/office/drawing/2014/main" id="{49FE4385-99DA-4D97-8D7C-20E37A016C98}"/>
                  </a:ext>
                </a:extLst>
              </p:cNvPr>
              <p:cNvSpPr/>
              <p:nvPr/>
            </p:nvSpPr>
            <p:spPr>
              <a:xfrm>
                <a:off x="6438710" y="5131689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6" name="Google Shape;136;p6">
                <a:extLst>
                  <a:ext uri="{FF2B5EF4-FFF2-40B4-BE49-F238E27FC236}">
                    <a16:creationId xmlns:a16="http://schemas.microsoft.com/office/drawing/2014/main" id="{139B7261-42EF-4724-9924-F8A0021BE681}"/>
                  </a:ext>
                </a:extLst>
              </p:cNvPr>
              <p:cNvSpPr/>
              <p:nvPr/>
            </p:nvSpPr>
            <p:spPr>
              <a:xfrm>
                <a:off x="6409229" y="5258763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87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7" name="Google Shape;137;p6">
                <a:extLst>
                  <a:ext uri="{FF2B5EF4-FFF2-40B4-BE49-F238E27FC236}">
                    <a16:creationId xmlns:a16="http://schemas.microsoft.com/office/drawing/2014/main" id="{334F83B1-A7B4-4FAC-8552-FD60C581432A}"/>
                  </a:ext>
                </a:extLst>
              </p:cNvPr>
              <p:cNvSpPr/>
              <p:nvPr/>
            </p:nvSpPr>
            <p:spPr>
              <a:xfrm>
                <a:off x="6379747" y="5386854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87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8" name="Google Shape;138;p6">
                <a:extLst>
                  <a:ext uri="{FF2B5EF4-FFF2-40B4-BE49-F238E27FC236}">
                    <a16:creationId xmlns:a16="http://schemas.microsoft.com/office/drawing/2014/main" id="{6ACD26BB-0ED2-4BCE-8DF1-38732C744621}"/>
                  </a:ext>
                </a:extLst>
              </p:cNvPr>
              <p:cNvSpPr/>
              <p:nvPr/>
            </p:nvSpPr>
            <p:spPr>
              <a:xfrm>
                <a:off x="6350266" y="5514945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844D052F-081D-4933-908B-2D72F6BF8D2F}"/>
                </a:ext>
              </a:extLst>
            </p:cNvPr>
            <p:cNvGrpSpPr/>
            <p:nvPr/>
          </p:nvGrpSpPr>
          <p:grpSpPr>
            <a:xfrm>
              <a:off x="10141181" y="4488434"/>
              <a:ext cx="1890730" cy="2023022"/>
              <a:chOff x="10250365" y="4461138"/>
              <a:chExt cx="1890730" cy="2023022"/>
            </a:xfrm>
          </p:grpSpPr>
          <p:sp>
            <p:nvSpPr>
              <p:cNvPr id="37" name="Google Shape;139;p6">
                <a:extLst>
                  <a:ext uri="{FF2B5EF4-FFF2-40B4-BE49-F238E27FC236}">
                    <a16:creationId xmlns:a16="http://schemas.microsoft.com/office/drawing/2014/main" id="{D21E4647-ED5A-450B-8706-7F7E9C56607E}"/>
                  </a:ext>
                </a:extLst>
              </p:cNvPr>
              <p:cNvSpPr/>
              <p:nvPr/>
            </p:nvSpPr>
            <p:spPr>
              <a:xfrm>
                <a:off x="10362055" y="4565946"/>
                <a:ext cx="1779040" cy="1890864"/>
              </a:xfrm>
              <a:custGeom>
                <a:avLst/>
                <a:gdLst/>
                <a:ahLst/>
                <a:cxnLst/>
                <a:rect l="l" t="t" r="r" b="b"/>
                <a:pathLst>
                  <a:path w="1500187" h="1594485" extrusionOk="0">
                    <a:moveTo>
                      <a:pt x="578853" y="25923"/>
                    </a:moveTo>
                    <a:lnTo>
                      <a:pt x="1481924" y="483534"/>
                    </a:lnTo>
                    <a:lnTo>
                      <a:pt x="928995" y="1574714"/>
                    </a:lnTo>
                    <a:lnTo>
                      <a:pt x="25923" y="111710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8" name="Google Shape;140;p6">
                <a:extLst>
                  <a:ext uri="{FF2B5EF4-FFF2-40B4-BE49-F238E27FC236}">
                    <a16:creationId xmlns:a16="http://schemas.microsoft.com/office/drawing/2014/main" id="{5A03750B-EB57-4C92-8C8B-04764C5EC6A5}"/>
                  </a:ext>
                </a:extLst>
              </p:cNvPr>
              <p:cNvSpPr/>
              <p:nvPr/>
            </p:nvSpPr>
            <p:spPr>
              <a:xfrm>
                <a:off x="10250578" y="4461138"/>
                <a:ext cx="1850201" cy="2023022"/>
              </a:xfrm>
              <a:custGeom>
                <a:avLst/>
                <a:gdLst/>
                <a:ahLst/>
                <a:cxnLst/>
                <a:rect l="l" t="t" r="r" b="b"/>
                <a:pathLst>
                  <a:path w="1560195" h="1705927" extrusionOk="0">
                    <a:moveTo>
                      <a:pt x="634650" y="25923"/>
                    </a:moveTo>
                    <a:lnTo>
                      <a:pt x="1537721" y="483533"/>
                    </a:lnTo>
                    <a:lnTo>
                      <a:pt x="928995" y="1684825"/>
                    </a:lnTo>
                    <a:lnTo>
                      <a:pt x="25923" y="122721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9" name="Google Shape;141;p6">
                <a:extLst>
                  <a:ext uri="{FF2B5EF4-FFF2-40B4-BE49-F238E27FC236}">
                    <a16:creationId xmlns:a16="http://schemas.microsoft.com/office/drawing/2014/main" id="{DA367B1E-B08E-4ACA-BCA7-F4E516B57839}"/>
                  </a:ext>
                </a:extLst>
              </p:cNvPr>
              <p:cNvSpPr/>
              <p:nvPr/>
            </p:nvSpPr>
            <p:spPr>
              <a:xfrm>
                <a:off x="11081936" y="5279127"/>
                <a:ext cx="731948" cy="579459"/>
              </a:xfrm>
              <a:custGeom>
                <a:avLst/>
                <a:gdLst/>
                <a:ahLst/>
                <a:cxnLst/>
                <a:rect l="l" t="t" r="r" b="b"/>
                <a:pathLst>
                  <a:path w="617220" h="488632" extrusionOk="0">
                    <a:moveTo>
                      <a:pt x="130929" y="25923"/>
                    </a:moveTo>
                    <a:lnTo>
                      <a:pt x="596612" y="261897"/>
                    </a:lnTo>
                    <a:lnTo>
                      <a:pt x="491606" y="469121"/>
                    </a:lnTo>
                    <a:lnTo>
                      <a:pt x="25923" y="233148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0" name="Google Shape;142;p6">
                <a:extLst>
                  <a:ext uri="{FF2B5EF4-FFF2-40B4-BE49-F238E27FC236}">
                    <a16:creationId xmlns:a16="http://schemas.microsoft.com/office/drawing/2014/main" id="{C7477F57-2534-46CE-B0E4-13AA73A4C319}"/>
                  </a:ext>
                </a:extLst>
              </p:cNvPr>
              <p:cNvSpPr/>
              <p:nvPr/>
            </p:nvSpPr>
            <p:spPr>
              <a:xfrm>
                <a:off x="11675185" y="4835860"/>
                <a:ext cx="335477" cy="355808"/>
              </a:xfrm>
              <a:custGeom>
                <a:avLst/>
                <a:gdLst/>
                <a:ahLst/>
                <a:cxnLst/>
                <a:rect l="l" t="t" r="r" b="b"/>
                <a:pathLst>
                  <a:path w="282892" h="300037" extrusionOk="0">
                    <a:moveTo>
                      <a:pt x="171879" y="287607"/>
                    </a:moveTo>
                    <a:lnTo>
                      <a:pt x="113586" y="213884"/>
                    </a:lnTo>
                    <a:lnTo>
                      <a:pt x="19288" y="210455"/>
                    </a:lnTo>
                    <a:lnTo>
                      <a:pt x="117015" y="19288"/>
                    </a:lnTo>
                    <a:lnTo>
                      <a:pt x="268748" y="96441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1" name="Google Shape;143;p6">
                <a:extLst>
                  <a:ext uri="{FF2B5EF4-FFF2-40B4-BE49-F238E27FC236}">
                    <a16:creationId xmlns:a16="http://schemas.microsoft.com/office/drawing/2014/main" id="{0FF67A79-C836-4837-8E42-BD21A0D43FF4}"/>
                  </a:ext>
                </a:extLst>
              </p:cNvPr>
              <p:cNvSpPr/>
              <p:nvPr/>
            </p:nvSpPr>
            <p:spPr>
              <a:xfrm>
                <a:off x="10250365" y="4461482"/>
                <a:ext cx="925101" cy="1555389"/>
              </a:xfrm>
              <a:custGeom>
                <a:avLst/>
                <a:gdLst/>
                <a:ahLst/>
                <a:cxnLst/>
                <a:rect l="l" t="t" r="r" b="b"/>
                <a:pathLst>
                  <a:path w="780097" h="1311592" extrusionOk="0">
                    <a:moveTo>
                      <a:pt x="634650" y="25923"/>
                    </a:moveTo>
                    <a:lnTo>
                      <a:pt x="757761" y="88307"/>
                    </a:lnTo>
                    <a:lnTo>
                      <a:pt x="149034" y="1289599"/>
                    </a:lnTo>
                    <a:lnTo>
                      <a:pt x="25923" y="122721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23" name="Google Shape;144;p6">
              <a:extLst>
                <a:ext uri="{FF2B5EF4-FFF2-40B4-BE49-F238E27FC236}">
                  <a16:creationId xmlns:a16="http://schemas.microsoft.com/office/drawing/2014/main" id="{6FF3787D-3F69-459B-835C-F37329E279A4}"/>
                </a:ext>
              </a:extLst>
            </p:cNvPr>
            <p:cNvSpPr/>
            <p:nvPr/>
          </p:nvSpPr>
          <p:spPr>
            <a:xfrm>
              <a:off x="9181579" y="5363059"/>
              <a:ext cx="457468" cy="853939"/>
            </a:xfrm>
            <a:custGeom>
              <a:avLst/>
              <a:gdLst/>
              <a:ahLst/>
              <a:cxnLst/>
              <a:rect l="l" t="t" r="r" b="b"/>
              <a:pathLst>
                <a:path w="385762" h="720090" extrusionOk="0">
                  <a:moveTo>
                    <a:pt x="247682" y="24586"/>
                  </a:moveTo>
                  <a:lnTo>
                    <a:pt x="361736" y="64607"/>
                  </a:lnTo>
                  <a:lnTo>
                    <a:pt x="138642" y="700403"/>
                  </a:lnTo>
                  <a:lnTo>
                    <a:pt x="24587" y="660383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4" name="Google Shape;145;p6">
              <a:extLst>
                <a:ext uri="{FF2B5EF4-FFF2-40B4-BE49-F238E27FC236}">
                  <a16:creationId xmlns:a16="http://schemas.microsoft.com/office/drawing/2014/main" id="{E1A494CA-E1C7-452C-AD4B-FFAAE9F480EF}"/>
                </a:ext>
              </a:extLst>
            </p:cNvPr>
            <p:cNvSpPr/>
            <p:nvPr/>
          </p:nvSpPr>
          <p:spPr>
            <a:xfrm>
              <a:off x="9477309" y="5236920"/>
              <a:ext cx="162655" cy="213485"/>
            </a:xfrm>
            <a:custGeom>
              <a:avLst/>
              <a:gdLst/>
              <a:ahLst/>
              <a:cxnLst/>
              <a:rect l="l" t="t" r="r" b="b"/>
              <a:pathLst>
                <a:path w="137160" h="180022" extrusionOk="0">
                  <a:moveTo>
                    <a:pt x="99870" y="21420"/>
                  </a:moveTo>
                  <a:lnTo>
                    <a:pt x="99870" y="21420"/>
                  </a:lnTo>
                  <a:cubicBezTo>
                    <a:pt x="81010" y="14562"/>
                    <a:pt x="59579" y="24849"/>
                    <a:pt x="52721" y="43708"/>
                  </a:cubicBezTo>
                  <a:lnTo>
                    <a:pt x="19288" y="138863"/>
                  </a:lnTo>
                  <a:lnTo>
                    <a:pt x="88726" y="162866"/>
                  </a:lnTo>
                  <a:lnTo>
                    <a:pt x="122158" y="67711"/>
                  </a:lnTo>
                  <a:cubicBezTo>
                    <a:pt x="129016" y="49709"/>
                    <a:pt x="119586" y="28278"/>
                    <a:pt x="99870" y="21420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" name="Google Shape;146;p6">
              <a:extLst>
                <a:ext uri="{FF2B5EF4-FFF2-40B4-BE49-F238E27FC236}">
                  <a16:creationId xmlns:a16="http://schemas.microsoft.com/office/drawing/2014/main" id="{C5F12BA3-BC73-446E-ACBC-E85EB35A751A}"/>
                </a:ext>
              </a:extLst>
            </p:cNvPr>
            <p:cNvSpPr/>
            <p:nvPr/>
          </p:nvSpPr>
          <p:spPr>
            <a:xfrm>
              <a:off x="9187580" y="6123884"/>
              <a:ext cx="172822" cy="182987"/>
            </a:xfrm>
            <a:custGeom>
              <a:avLst/>
              <a:gdLst/>
              <a:ahLst/>
              <a:cxnLst/>
              <a:rect l="l" t="t" r="r" b="b"/>
              <a:pathLst>
                <a:path w="145732" h="154305" extrusionOk="0">
                  <a:moveTo>
                    <a:pt x="19288" y="19288"/>
                  </a:moveTo>
                  <a:lnTo>
                    <a:pt x="27004" y="113586"/>
                  </a:lnTo>
                  <a:cubicBezTo>
                    <a:pt x="28718" y="134159"/>
                    <a:pt x="53578" y="142732"/>
                    <a:pt x="68151" y="128159"/>
                  </a:cubicBezTo>
                  <a:lnTo>
                    <a:pt x="133302" y="59579"/>
                  </a:lnTo>
                  <a:lnTo>
                    <a:pt x="19288" y="19288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" name="Google Shape;147;p6">
              <a:extLst>
                <a:ext uri="{FF2B5EF4-FFF2-40B4-BE49-F238E27FC236}">
                  <a16:creationId xmlns:a16="http://schemas.microsoft.com/office/drawing/2014/main" id="{3C0A12E4-BAAE-4B46-8125-81544688F543}"/>
                </a:ext>
              </a:extLst>
            </p:cNvPr>
            <p:cNvSpPr/>
            <p:nvPr/>
          </p:nvSpPr>
          <p:spPr>
            <a:xfrm>
              <a:off x="9181764" y="5937609"/>
              <a:ext cx="254149" cy="284646"/>
            </a:xfrm>
            <a:custGeom>
              <a:avLst/>
              <a:gdLst/>
              <a:ahLst/>
              <a:cxnLst/>
              <a:rect l="l" t="t" r="r" b="b"/>
              <a:pathLst>
                <a:path w="214312" h="240030" extrusionOk="0">
                  <a:moveTo>
                    <a:pt x="77664" y="24586"/>
                  </a:moveTo>
                  <a:lnTo>
                    <a:pt x="191719" y="64607"/>
                  </a:lnTo>
                  <a:lnTo>
                    <a:pt x="138641" y="215872"/>
                  </a:lnTo>
                  <a:lnTo>
                    <a:pt x="24587" y="175851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" name="Google Shape;148;p6">
              <a:extLst>
                <a:ext uri="{FF2B5EF4-FFF2-40B4-BE49-F238E27FC236}">
                  <a16:creationId xmlns:a16="http://schemas.microsoft.com/office/drawing/2014/main" id="{D1C0F5D8-5712-4AFC-A09C-0633AA25DBEF}"/>
                </a:ext>
              </a:extLst>
            </p:cNvPr>
            <p:cNvSpPr/>
            <p:nvPr/>
          </p:nvSpPr>
          <p:spPr>
            <a:xfrm>
              <a:off x="9427496" y="5440734"/>
              <a:ext cx="243983" cy="447301"/>
            </a:xfrm>
            <a:custGeom>
              <a:avLst/>
              <a:gdLst/>
              <a:ahLst/>
              <a:cxnLst/>
              <a:rect l="l" t="t" r="r" b="b"/>
              <a:pathLst>
                <a:path w="205740" h="377190" extrusionOk="0">
                  <a:moveTo>
                    <a:pt x="19288" y="19288"/>
                  </a:moveTo>
                  <a:lnTo>
                    <a:pt x="189881" y="79296"/>
                  </a:lnTo>
                  <a:lnTo>
                    <a:pt x="92154" y="357902"/>
                  </a:lnTo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4333A398-F606-43A3-8856-4CEA9820A363}"/>
                </a:ext>
              </a:extLst>
            </p:cNvPr>
            <p:cNvGrpSpPr/>
            <p:nvPr/>
          </p:nvGrpSpPr>
          <p:grpSpPr>
            <a:xfrm>
              <a:off x="6331687" y="6131886"/>
              <a:ext cx="1202669" cy="492510"/>
              <a:chOff x="6331687" y="6131886"/>
              <a:chExt cx="1202669" cy="492510"/>
            </a:xfrm>
          </p:grpSpPr>
          <p:sp>
            <p:nvSpPr>
              <p:cNvPr id="29" name="Google Shape;58;p6">
                <a:extLst>
                  <a:ext uri="{FF2B5EF4-FFF2-40B4-BE49-F238E27FC236}">
                    <a16:creationId xmlns:a16="http://schemas.microsoft.com/office/drawing/2014/main" id="{71613FC7-9B04-407F-8B8E-55B29528D41E}"/>
                  </a:ext>
                </a:extLst>
              </p:cNvPr>
              <p:cNvSpPr/>
              <p:nvPr/>
            </p:nvSpPr>
            <p:spPr>
              <a:xfrm>
                <a:off x="6331687" y="6131886"/>
                <a:ext cx="467633" cy="406637"/>
              </a:xfrm>
              <a:custGeom>
                <a:avLst/>
                <a:gdLst/>
                <a:ahLst/>
                <a:cxnLst/>
                <a:rect l="l" t="t" r="r" b="b"/>
                <a:pathLst>
                  <a:path w="394335" h="342900" extrusionOk="0">
                    <a:moveTo>
                      <a:pt x="145540" y="310864"/>
                    </a:moveTo>
                    <a:lnTo>
                      <a:pt x="220978" y="323723"/>
                    </a:lnTo>
                    <a:cubicBezTo>
                      <a:pt x="290415" y="335724"/>
                      <a:pt x="356424" y="289433"/>
                      <a:pt x="368425" y="219996"/>
                    </a:cubicBezTo>
                    <a:lnTo>
                      <a:pt x="376998" y="168561"/>
                    </a:lnTo>
                    <a:cubicBezTo>
                      <a:pt x="382141" y="135985"/>
                      <a:pt x="369283" y="103409"/>
                      <a:pt x="342708" y="84550"/>
                    </a:cubicBezTo>
                    <a:lnTo>
                      <a:pt x="315276" y="64833"/>
                    </a:lnTo>
                    <a:cubicBezTo>
                      <a:pt x="267270" y="30543"/>
                      <a:pt x="208977" y="15113"/>
                      <a:pt x="150684" y="20256"/>
                    </a:cubicBezTo>
                    <a:lnTo>
                      <a:pt x="96677" y="25400"/>
                    </a:lnTo>
                    <a:cubicBezTo>
                      <a:pt x="50385" y="29686"/>
                      <a:pt x="16095" y="69977"/>
                      <a:pt x="19524" y="116268"/>
                    </a:cubicBezTo>
                    <a:lnTo>
                      <a:pt x="23811" y="175418"/>
                    </a:lnTo>
                    <a:cubicBezTo>
                      <a:pt x="28954" y="243998"/>
                      <a:pt x="78675" y="299720"/>
                      <a:pt x="145540" y="310864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0" name="Google Shape;59;p6">
                <a:extLst>
                  <a:ext uri="{FF2B5EF4-FFF2-40B4-BE49-F238E27FC236}">
                    <a16:creationId xmlns:a16="http://schemas.microsoft.com/office/drawing/2014/main" id="{0EBA90FD-1307-4B7C-B5C3-FFC784BE96E7}"/>
                  </a:ext>
                </a:extLst>
              </p:cNvPr>
              <p:cNvSpPr/>
              <p:nvPr/>
            </p:nvSpPr>
            <p:spPr>
              <a:xfrm>
                <a:off x="6756903" y="6308905"/>
                <a:ext cx="121991" cy="50830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42862" extrusionOk="0">
                    <a:moveTo>
                      <a:pt x="19288" y="19288"/>
                    </a:moveTo>
                    <a:lnTo>
                      <a:pt x="90440" y="31290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1" name="Google Shape;61;p6">
                <a:extLst>
                  <a:ext uri="{FF2B5EF4-FFF2-40B4-BE49-F238E27FC236}">
                    <a16:creationId xmlns:a16="http://schemas.microsoft.com/office/drawing/2014/main" id="{C67CE658-6DAD-4BB8-904E-25F3A99580FA}"/>
                  </a:ext>
                </a:extLst>
              </p:cNvPr>
              <p:cNvSpPr/>
              <p:nvPr/>
            </p:nvSpPr>
            <p:spPr>
              <a:xfrm>
                <a:off x="6365323" y="6165564"/>
                <a:ext cx="315145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65747" h="102870" extrusionOk="0">
                    <a:moveTo>
                      <a:pt x="6592" y="87868"/>
                    </a:moveTo>
                    <a:lnTo>
                      <a:pt x="7449" y="98155"/>
                    </a:lnTo>
                    <a:cubicBezTo>
                      <a:pt x="107747" y="100727"/>
                      <a:pt x="199473" y="78438"/>
                      <a:pt x="260337" y="37290"/>
                    </a:cubicBezTo>
                    <a:cubicBezTo>
                      <a:pt x="237192" y="23574"/>
                      <a:pt x="211474" y="14145"/>
                      <a:pt x="184900" y="9858"/>
                    </a:cubicBezTo>
                    <a:cubicBezTo>
                      <a:pt x="165183" y="6429"/>
                      <a:pt x="144609" y="5572"/>
                      <a:pt x="124892" y="7287"/>
                    </a:cubicBezTo>
                    <a:lnTo>
                      <a:pt x="70885" y="12430"/>
                    </a:lnTo>
                    <a:cubicBezTo>
                      <a:pt x="32309" y="16716"/>
                      <a:pt x="4020" y="49292"/>
                      <a:pt x="6592" y="87868"/>
                    </a:cubicBezTo>
                    <a:close/>
                  </a:path>
                </a:pathLst>
              </a:custGeom>
              <a:noFill/>
              <a:ln w="15875" cap="flat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7C324D11-BA29-4C57-B613-4DA3C1D750DD}"/>
                  </a:ext>
                </a:extLst>
              </p:cNvPr>
              <p:cNvGrpSpPr/>
              <p:nvPr/>
            </p:nvGrpSpPr>
            <p:grpSpPr>
              <a:xfrm>
                <a:off x="6811558" y="6227924"/>
                <a:ext cx="722798" cy="396472"/>
                <a:chOff x="4819042" y="5613554"/>
                <a:chExt cx="722798" cy="396472"/>
              </a:xfrm>
            </p:grpSpPr>
            <p:sp>
              <p:nvSpPr>
                <p:cNvPr id="33" name="Google Shape;56;p6">
                  <a:extLst>
                    <a:ext uri="{FF2B5EF4-FFF2-40B4-BE49-F238E27FC236}">
                      <a16:creationId xmlns:a16="http://schemas.microsoft.com/office/drawing/2014/main" id="{72453EEE-70E1-4001-8180-123B255EAA38}"/>
                    </a:ext>
                  </a:extLst>
                </p:cNvPr>
                <p:cNvSpPr/>
                <p:nvPr/>
              </p:nvSpPr>
              <p:spPr>
                <a:xfrm>
                  <a:off x="4892024" y="5613554"/>
                  <a:ext cx="477800" cy="396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07" h="334327" extrusionOk="0">
                      <a:moveTo>
                        <a:pt x="200347" y="317852"/>
                      </a:moveTo>
                      <a:lnTo>
                        <a:pt x="124909" y="304993"/>
                      </a:lnTo>
                      <a:cubicBezTo>
                        <a:pt x="55472" y="292992"/>
                        <a:pt x="9180" y="226984"/>
                        <a:pt x="21182" y="157546"/>
                      </a:cubicBezTo>
                      <a:lnTo>
                        <a:pt x="29754" y="106111"/>
                      </a:lnTo>
                      <a:cubicBezTo>
                        <a:pt x="34898" y="73536"/>
                        <a:pt x="58901" y="47818"/>
                        <a:pt x="90619" y="38389"/>
                      </a:cubicBezTo>
                      <a:lnTo>
                        <a:pt x="122337" y="28959"/>
                      </a:lnTo>
                      <a:cubicBezTo>
                        <a:pt x="178916" y="12671"/>
                        <a:pt x="238923" y="16958"/>
                        <a:pt x="292073" y="41818"/>
                      </a:cubicBezTo>
                      <a:lnTo>
                        <a:pt x="341793" y="64963"/>
                      </a:lnTo>
                      <a:cubicBezTo>
                        <a:pt x="383798" y="84680"/>
                        <a:pt x="402658" y="133543"/>
                        <a:pt x="383798" y="176406"/>
                      </a:cubicBezTo>
                      <a:lnTo>
                        <a:pt x="360653" y="231270"/>
                      </a:lnTo>
                      <a:cubicBezTo>
                        <a:pt x="333221" y="293849"/>
                        <a:pt x="267212" y="329854"/>
                        <a:pt x="200347" y="317852"/>
                      </a:cubicBezTo>
                      <a:close/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4" name="Google Shape;57;p6">
                  <a:extLst>
                    <a:ext uri="{FF2B5EF4-FFF2-40B4-BE49-F238E27FC236}">
                      <a16:creationId xmlns:a16="http://schemas.microsoft.com/office/drawing/2014/main" id="{47EA5E60-3CD0-4DC4-B912-E2B8165DFDE0}"/>
                    </a:ext>
                  </a:extLst>
                </p:cNvPr>
                <p:cNvSpPr/>
                <p:nvPr/>
              </p:nvSpPr>
              <p:spPr>
                <a:xfrm>
                  <a:off x="4819042" y="5702282"/>
                  <a:ext cx="121991" cy="5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70" h="42862" extrusionOk="0">
                      <a:moveTo>
                        <a:pt x="90440" y="31290"/>
                      </a:moveTo>
                      <a:lnTo>
                        <a:pt x="19288" y="19288"/>
                      </a:lnTo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5" name="Google Shape;60;p6">
                  <a:extLst>
                    <a:ext uri="{FF2B5EF4-FFF2-40B4-BE49-F238E27FC236}">
                      <a16:creationId xmlns:a16="http://schemas.microsoft.com/office/drawing/2014/main" id="{BACD986D-79A1-46C2-AC11-199A7213E3C2}"/>
                    </a:ext>
                  </a:extLst>
                </p:cNvPr>
                <p:cNvSpPr/>
                <p:nvPr/>
              </p:nvSpPr>
              <p:spPr>
                <a:xfrm>
                  <a:off x="5328355" y="5713143"/>
                  <a:ext cx="213485" cy="9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22" h="77152" extrusionOk="0">
                      <a:moveTo>
                        <a:pt x="19288" y="38420"/>
                      </a:moveTo>
                      <a:cubicBezTo>
                        <a:pt x="19288" y="38420"/>
                        <a:pt x="105013" y="-18159"/>
                        <a:pt x="162449" y="63280"/>
                      </a:cubicBezTo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6" name="Google Shape;62;p6">
                  <a:extLst>
                    <a:ext uri="{FF2B5EF4-FFF2-40B4-BE49-F238E27FC236}">
                      <a16:creationId xmlns:a16="http://schemas.microsoft.com/office/drawing/2014/main" id="{AF0BBA9D-8210-4A91-A010-185C98AAA8F4}"/>
                    </a:ext>
                  </a:extLst>
                </p:cNvPr>
                <p:cNvSpPr/>
                <p:nvPr/>
              </p:nvSpPr>
              <p:spPr>
                <a:xfrm>
                  <a:off x="5050825" y="5647424"/>
                  <a:ext cx="284646" cy="182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30" h="154305" extrusionOk="0">
                      <a:moveTo>
                        <a:pt x="231029" y="152988"/>
                      </a:moveTo>
                      <a:lnTo>
                        <a:pt x="235315" y="142701"/>
                      </a:lnTo>
                      <a:cubicBezTo>
                        <a:pt x="250746" y="107553"/>
                        <a:pt x="235315" y="67263"/>
                        <a:pt x="200168" y="50975"/>
                      </a:cubicBezTo>
                      <a:cubicBezTo>
                        <a:pt x="200168" y="50975"/>
                        <a:pt x="200168" y="50975"/>
                        <a:pt x="200168" y="50975"/>
                      </a:cubicBezTo>
                      <a:lnTo>
                        <a:pt x="150447" y="27829"/>
                      </a:lnTo>
                      <a:cubicBezTo>
                        <a:pt x="105870" y="6398"/>
                        <a:pt x="55292" y="1255"/>
                        <a:pt x="6429" y="11541"/>
                      </a:cubicBezTo>
                      <a:cubicBezTo>
                        <a:pt x="52721" y="70692"/>
                        <a:pt x="134160" y="122984"/>
                        <a:pt x="231029" y="152988"/>
                      </a:cubicBezTo>
                      <a:close/>
                    </a:path>
                  </a:pathLst>
                </a:custGeom>
                <a:noFill/>
                <a:ln w="15875" cap="flat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</p:grpSp>
        </p:grp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6E6D9B26-C1FC-4E4F-8E82-6C29F091C5CC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F148B387-C140-4CDF-8A05-DE7E3475A64C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7E9D4BEE-7197-4F36-AE7B-10711CFE2846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5BBAACA5-746C-4F23-BCE3-C794F217A76F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32" name="Полилиния: фигура 23">
              <a:extLst>
                <a:ext uri="{FF2B5EF4-FFF2-40B4-BE49-F238E27FC236}">
                  <a16:creationId xmlns:a16="http://schemas.microsoft.com/office/drawing/2014/main" id="{A899F435-114F-4A15-860E-7F5DD0BD0C76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7D0F17DC-0630-4B03-8E67-90FC0400F63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04" name="Заголовок 6">
            <a:extLst>
              <a:ext uri="{FF2B5EF4-FFF2-40B4-BE49-F238E27FC236}">
                <a16:creationId xmlns:a16="http://schemas.microsoft.com/office/drawing/2014/main" id="{A08CD718-392F-45B7-9F87-F0E893EFD3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06" name="Текст 5">
            <a:extLst>
              <a:ext uri="{FF2B5EF4-FFF2-40B4-BE49-F238E27FC236}">
                <a16:creationId xmlns:a16="http://schemas.microsoft.com/office/drawing/2014/main" id="{CC24C561-2DCF-497D-B934-A9D7A95511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1796728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;p6">
            <a:extLst>
              <a:ext uri="{FF2B5EF4-FFF2-40B4-BE49-F238E27FC236}">
                <a16:creationId xmlns:a16="http://schemas.microsoft.com/office/drawing/2014/main" id="{EBB3574E-045D-4BD3-AA56-B5D3ED8957CB}"/>
              </a:ext>
            </a:extLst>
          </p:cNvPr>
          <p:cNvSpPr/>
          <p:nvPr userDrawn="1"/>
        </p:nvSpPr>
        <p:spPr>
          <a:xfrm>
            <a:off x="77689" y="0"/>
            <a:ext cx="1211431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48000">
                <a:srgbClr val="0A2896">
                  <a:alpha val="25000"/>
                </a:srgbClr>
              </a:gs>
              <a:gs pos="100000">
                <a:schemeClr val="accent1">
                  <a:alpha val="53000"/>
                </a:scheme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2D7F00-8F0A-4C6E-8090-A5F7AABC3C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8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4800" y="2207434"/>
            <a:ext cx="6407923" cy="4015565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1E7BCD11-90F3-43E5-B15A-405DE0C0CB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C5C1202-487F-4B88-A652-8C17DC8F1031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7FAE5E0E-E9A4-440E-8E03-84B4EAC350E9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3201B2EA-B7CA-443C-9B1A-69038693D111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897E6A6-6B8D-4D01-87E3-8A9B12CCD195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2F6A9497-7735-4436-950C-6DEA834B8ADF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6D43CC4F-5BB3-49D7-9174-C139A9A14833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A64E7D9B-D61A-4562-AA61-234AC49E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E645D1A-F40F-40A3-B4A5-EB5E2FB75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24755370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922EDEB-B009-4CE5-8453-C5B72410AD57}"/>
              </a:ext>
            </a:extLst>
          </p:cNvPr>
          <p:cNvGrpSpPr/>
          <p:nvPr userDrawn="1"/>
        </p:nvGrpSpPr>
        <p:grpSpPr>
          <a:xfrm>
            <a:off x="1" y="0"/>
            <a:ext cx="12191999" cy="6861188"/>
            <a:chOff x="-1133666" y="0"/>
            <a:chExt cx="12191999" cy="6861188"/>
          </a:xfrm>
        </p:grpSpPr>
        <p:pic>
          <p:nvPicPr>
            <p:cNvPr id="11" name="Рисунок 10" descr="Изображение выглядит как человек, стол, внутренний, окно&#10;&#10;Автоматически созданное описание">
              <a:extLst>
                <a:ext uri="{FF2B5EF4-FFF2-40B4-BE49-F238E27FC236}">
                  <a16:creationId xmlns:a16="http://schemas.microsoft.com/office/drawing/2014/main" id="{FB9E7DDA-F633-4B68-B75C-E683EC69071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75264" y="3188"/>
              <a:ext cx="7283069" cy="6858000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84518CB5-8875-4877-A419-D8F6AE97280B}"/>
                </a:ext>
              </a:extLst>
            </p:cNvPr>
            <p:cNvSpPr/>
            <p:nvPr userDrawn="1"/>
          </p:nvSpPr>
          <p:spPr>
            <a:xfrm>
              <a:off x="-1133666" y="0"/>
              <a:ext cx="12191999" cy="6858000"/>
            </a:xfrm>
            <a:prstGeom prst="rect">
              <a:avLst/>
            </a:prstGeom>
            <a:gradFill flip="none" rotWithShape="1">
              <a:gsLst>
                <a:gs pos="24000">
                  <a:srgbClr val="2C388F"/>
                </a:gs>
                <a:gs pos="55000">
                  <a:srgbClr val="2C388F">
                    <a:alpha val="27000"/>
                  </a:srgbClr>
                </a:gs>
                <a:gs pos="90000">
                  <a:srgbClr val="2C388F">
                    <a:alpha val="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87B752C-D8E8-4A9C-B72D-82D439D693B4}"/>
                </a:ext>
              </a:extLst>
            </p:cNvPr>
            <p:cNvSpPr/>
            <p:nvPr userDrawn="1"/>
          </p:nvSpPr>
          <p:spPr>
            <a:xfrm rot="10800000">
              <a:off x="-1133666" y="0"/>
              <a:ext cx="12191999" cy="6858000"/>
            </a:xfrm>
            <a:prstGeom prst="rect">
              <a:avLst/>
            </a:prstGeom>
            <a:gradFill flip="none" rotWithShape="1">
              <a:gsLst>
                <a:gs pos="24000">
                  <a:srgbClr val="2C388F">
                    <a:alpha val="10000"/>
                  </a:srgbClr>
                </a:gs>
                <a:gs pos="57000">
                  <a:srgbClr val="2C388F">
                    <a:alpha val="0"/>
                  </a:srgbClr>
                </a:gs>
                <a:gs pos="99000">
                  <a:srgbClr val="2C388F">
                    <a:alpha val="1200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9">
            <a:extLst>
              <a:ext uri="{FF2B5EF4-FFF2-40B4-BE49-F238E27FC236}">
                <a16:creationId xmlns:a16="http://schemas.microsoft.com/office/drawing/2014/main" id="{D3E4414D-2E25-4AA7-99FB-DEE5526C74B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9BAF8E33-9D6C-487C-AC66-863E78AF42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18C00BE5-7898-1948-B097-55598DDC03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675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D0F256C-3602-49A9-8159-91EC3C123936}"/>
              </a:ext>
            </a:extLst>
          </p:cNvPr>
          <p:cNvGrpSpPr/>
          <p:nvPr userDrawn="1"/>
        </p:nvGrpSpPr>
        <p:grpSpPr>
          <a:xfrm>
            <a:off x="0" y="9849"/>
            <a:ext cx="12192000" cy="6864610"/>
            <a:chOff x="0" y="9849"/>
            <a:chExt cx="12192000" cy="6864610"/>
          </a:xfrm>
        </p:grpSpPr>
        <p:pic>
          <p:nvPicPr>
            <p:cNvPr id="11" name="Рисунок 10" descr="Изображение выглядит как человек, ноутбук, сидит, компьютер&#10;&#10;Автоматически созданное описание">
              <a:extLst>
                <a:ext uri="{FF2B5EF4-FFF2-40B4-BE49-F238E27FC236}">
                  <a16:creationId xmlns:a16="http://schemas.microsoft.com/office/drawing/2014/main" id="{B49DAF05-9458-4D4E-88FC-17186601DDF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6692"/>
            <a:stretch/>
          </p:blipFill>
          <p:spPr>
            <a:xfrm flipH="1">
              <a:off x="2740979" y="9849"/>
              <a:ext cx="9451020" cy="6848151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246620-5A75-435D-A563-EEAE78962CAB}"/>
                </a:ext>
              </a:extLst>
            </p:cNvPr>
            <p:cNvSpPr/>
            <p:nvPr userDrawn="1"/>
          </p:nvSpPr>
          <p:spPr>
            <a:xfrm>
              <a:off x="0" y="16459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2C388F"/>
                </a:gs>
                <a:gs pos="34000">
                  <a:srgbClr val="2C388F">
                    <a:alpha val="27000"/>
                  </a:srgbClr>
                </a:gs>
                <a:gs pos="90000">
                  <a:srgbClr val="2C388F">
                    <a:alpha val="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923DC94A-0012-4E93-882A-63E0859D96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F4B1D8D3-DD39-47AD-ADE2-25DEE141906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F612E9DA-750F-1545-AC2E-4905BAFA6A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1578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1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0FFCBD-662C-425E-8EC5-9328191D4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38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79" r:id="rId3"/>
    <p:sldLayoutId id="2147483681" r:id="rId4"/>
    <p:sldLayoutId id="2147483668" r:id="rId13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800" b="1" kern="1200" dirty="0">
          <a:solidFill>
            <a:schemeClr val="accent4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7355" userDrawn="1">
          <p15:clr>
            <a:srgbClr val="F26B43"/>
          </p15:clr>
        </p15:guide>
        <p15:guide id="3" orient="horz" pos="77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2_Тема Office">
  <a:themeElements>
    <a:clrScheme name="Другая 8">
      <a:dk1>
        <a:srgbClr val="1C1C1C"/>
      </a:dk1>
      <a:lt1>
        <a:srgbClr val="FFFFFF"/>
      </a:lt1>
      <a:dk2>
        <a:srgbClr val="58595B"/>
      </a:dk2>
      <a:lt2>
        <a:srgbClr val="878787"/>
      </a:lt2>
      <a:accent1>
        <a:srgbClr val="002882"/>
      </a:accent1>
      <a:accent2>
        <a:srgbClr val="33539B"/>
      </a:accent2>
      <a:accent3>
        <a:srgbClr val="667EB4"/>
      </a:accent3>
      <a:accent4>
        <a:srgbClr val="00AAFF"/>
      </a:accent4>
      <a:accent5>
        <a:srgbClr val="78B497"/>
      </a:accent5>
      <a:accent6>
        <a:srgbClr val="E62632"/>
      </a:accent6>
      <a:hlink>
        <a:srgbClr val="0563C1"/>
      </a:hlink>
      <a:folHlink>
        <a:srgbClr val="954F72"/>
      </a:folHlink>
    </a:clrScheme>
    <a:fontScheme name="Другая 9">
      <a:majorFont>
        <a:latin typeface="VTB Group Demi Bold"/>
        <a:ea typeface=""/>
        <a:cs typeface=""/>
      </a:majorFont>
      <a:minorFont>
        <a:latin typeface="VTB Group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114300" dist="63500" dir="2700000" algn="ctr" rotWithShape="0">
            <a:srgbClr val="000000">
              <a:alpha val="8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1D5174EA3372E4FBC38B4340707AD19" ma:contentTypeVersion="1" ma:contentTypeDescription="Создание документа." ma:contentTypeScope="" ma:versionID="037c7e8cde16bef2d5e41fdc808a5cd7">
  <xsd:schema xmlns:xsd="http://www.w3.org/2001/XMLSchema" xmlns:xs="http://www.w3.org/2001/XMLSchema" xmlns:p="http://schemas.microsoft.com/office/2006/metadata/properties" xmlns:ns2="bc638065-352d-42a0-88dd-2ff218ee87c7" targetNamespace="http://schemas.microsoft.com/office/2006/metadata/properties" ma:root="true" ma:fieldsID="5daf2fba39c270af49903f29d8a77f6c" ns2:_="">
    <xsd:import namespace="bc638065-352d-42a0-88dd-2ff218ee87c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38065-352d-42a0-88dd-2ff218ee87c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864486-227C-4CAE-B3F4-B7D39C94B98A}">
  <ds:schemaRefs>
    <ds:schemaRef ds:uri="bc638065-352d-42a0-88dd-2ff218ee87c7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1CDCFB-AC24-40FF-AD69-483E76340C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638065-352d-42a0-88dd-2ff218ee87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6D8BC6-A6E8-4848-973C-9F29AA031B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7990</Words>
  <Application>Microsoft Office PowerPoint</Application>
  <PresentationFormat>Широкоэкранный</PresentationFormat>
  <Paragraphs>2015</Paragraphs>
  <Slides>88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88</vt:i4>
      </vt:variant>
    </vt:vector>
  </HeadingPairs>
  <TitlesOfParts>
    <vt:vector size="99" baseType="lpstr">
      <vt:lpstr>Arial</vt:lpstr>
      <vt:lpstr>Calibri</vt:lpstr>
      <vt:lpstr>Open Sans Semibold</vt:lpstr>
      <vt:lpstr>Play</vt:lpstr>
      <vt:lpstr>Roboto Light</vt:lpstr>
      <vt:lpstr>VTB Group Book</vt:lpstr>
      <vt:lpstr>VTB Group Cond</vt:lpstr>
      <vt:lpstr>VTB Group Demi Bold</vt:lpstr>
      <vt:lpstr>VTB Group Regular</vt:lpstr>
      <vt:lpstr>Wingdings</vt:lpstr>
      <vt:lpstr>2_Тема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ОАО Банк ВТБ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Слащёва Людмила Александровна</dc:creator>
  <cp:lastModifiedBy>Andrusenko Valeriya Yurevna</cp:lastModifiedBy>
  <cp:revision>1048</cp:revision>
  <cp:lastPrinted>2019-03-13T11:33:44Z</cp:lastPrinted>
  <dcterms:created xsi:type="dcterms:W3CDTF">2019-03-06T07:20:10Z</dcterms:created>
  <dcterms:modified xsi:type="dcterms:W3CDTF">2021-09-27T13:08:10Z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0x01010051D5174EA3372E4FBC38B4340707AD19</vt:lpwstr>
  </property>
</Properties>
</file>