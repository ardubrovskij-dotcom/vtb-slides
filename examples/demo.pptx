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cover_image1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4"/>
  </p:sldMasterIdLst>
  <p:notesMasterIdLst>
    <p:notesMasterId r:id="rId93"/>
  </p:notesMasterIdLst>
  <p:handoutMasterIdLst>
    <p:handoutMasterId r:id="rId94"/>
  </p:handout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2" r:id="rId40"/>
    <p:sldId id="283" r:id="rId41"/>
    <p:sldId id="284" r:id="rId42"/>
    <p:sldId id="285" r:id="rId43"/>
    <p:sldId id="286" r:id="rId44"/>
    <p:sldId id="287" r:id="rId45"/>
    <p:sldId id="288" r:id="rId46"/>
    <p:sldId id="289" r:id="rId47"/>
    <p:sldId id="290" r:id="rId48"/>
    <p:sldId id="291" r:id="rId49"/>
    <p:sldId id="292" r:id="rId50"/>
    <p:sldId id="293" r:id="rId51"/>
    <p:sldId id="294" r:id="rId52"/>
    <p:sldId id="295" r:id="rId53"/>
  </p:sldIdLst>
  <p:sldSz cx="12192000" cy="6858000"/>
  <p:notesSz cx="6797675" cy="9928225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Буллиты и карточки" id="{B8CBEFC8-711E-2F4A-B02D-00F7E17D88F1}">
          <p14:sldIdLst>
            <p14:sldId id="648"/>
            <p14:sldId id="725"/>
            <p14:sldId id="616"/>
            <p14:sldId id="649"/>
            <p14:sldId id="659"/>
            <p14:sldId id="618"/>
            <p14:sldId id="612"/>
            <p14:sldId id="651"/>
            <p14:sldId id="650"/>
            <p14:sldId id="682"/>
            <p14:sldId id="729"/>
            <p14:sldId id="630"/>
            <p14:sldId id="629"/>
            <p14:sldId id="613"/>
            <p14:sldId id="724"/>
            <p14:sldId id="641"/>
            <p14:sldId id="611"/>
            <p14:sldId id="643"/>
            <p14:sldId id="614"/>
            <p14:sldId id="727"/>
            <p14:sldId id="660"/>
            <p14:sldId id="691"/>
            <p14:sldId id="661"/>
            <p14:sldId id="633"/>
            <p14:sldId id="662"/>
            <p14:sldId id="631"/>
            <p14:sldId id="663"/>
            <p14:sldId id="671"/>
            <p14:sldId id="664"/>
            <p14:sldId id="673"/>
            <p14:sldId id="679"/>
            <p14:sldId id="607"/>
            <p14:sldId id="675"/>
            <p14:sldId id="680"/>
            <p14:sldId id="733"/>
            <p14:sldId id="734"/>
          </p14:sldIdLst>
        </p14:section>
        <p14:section name="Команда" id="{F7B998AA-B81E-C341-BFA8-B6BA9D48EAC7}">
          <p14:sldIdLst>
            <p14:sldId id="606"/>
            <p14:sldId id="617"/>
            <p14:sldId id="683"/>
          </p14:sldIdLst>
        </p14:section>
        <p14:section name="Таблицы" id="{E002D0BD-60BE-2040-9A11-D34C1040B868}">
          <p14:sldIdLst>
            <p14:sldId id="619"/>
            <p14:sldId id="620"/>
            <p14:sldId id="665"/>
            <p14:sldId id="666"/>
            <p14:sldId id="677"/>
            <p14:sldId id="644"/>
            <p14:sldId id="645"/>
          </p14:sldIdLst>
        </p14:section>
        <p14:section name="Графики и диаграммы" id="{92E8F24B-CEEA-4048-8D28-9C62439C0C4C}">
          <p14:sldIdLst>
            <p14:sldId id="642"/>
            <p14:sldId id="728"/>
            <p14:sldId id="628"/>
            <p14:sldId id="667"/>
            <p14:sldId id="635"/>
            <p14:sldId id="621"/>
            <p14:sldId id="735"/>
            <p14:sldId id="672"/>
            <p14:sldId id="674"/>
          </p14:sldIdLst>
        </p14:section>
        <p14:section name="Схемы" id="{DC0FB203-6F32-7244-B3B0-AB7D23A6ED0B}">
          <p14:sldIdLst>
            <p14:sldId id="694"/>
            <p14:sldId id="609"/>
            <p14:sldId id="693"/>
            <p14:sldId id="670"/>
            <p14:sldId id="655"/>
            <p14:sldId id="676"/>
            <p14:sldId id="656"/>
          </p14:sldIdLst>
        </p14:section>
        <p14:section name="Таймлайны" id="{82D211CA-0391-D44B-98D1-1D920F9CEE3F}">
          <p14:sldIdLst>
            <p14:sldId id="610"/>
            <p14:sldId id="624"/>
            <p14:sldId id="669"/>
            <p14:sldId id="678"/>
            <p14:sldId id="646"/>
            <p14:sldId id="647"/>
          </p14:sldIdLst>
        </p14:section>
        <p14:section name="Карты" id="{3179D835-11F0-C442-861D-DB141F1FE219}">
          <p14:sldIdLst>
            <p14:sldId id="625"/>
            <p14:sldId id="626"/>
            <p14:sldId id="681"/>
            <p14:sldId id="695"/>
            <p14:sldId id="696"/>
            <p14:sldId id="697"/>
            <p14:sldId id="698"/>
            <p14:sldId id="699"/>
            <p14:sldId id="700"/>
            <p14:sldId id="701"/>
            <p14:sldId id="702"/>
            <p14:sldId id="703"/>
            <p14:sldId id="704"/>
            <p14:sldId id="705"/>
            <p14:sldId id="706"/>
            <p14:sldId id="707"/>
            <p14:sldId id="708"/>
            <p14:sldId id="709"/>
            <p14:sldId id="710"/>
            <p14:sldId id="71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Максим Миненко" initials="ММ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514"/>
    <a:srgbClr val="333333"/>
    <a:srgbClr val="212121"/>
    <a:srgbClr val="424242"/>
    <a:srgbClr val="A3B0D4"/>
    <a:srgbClr val="657BB7"/>
    <a:srgbClr val="31529D"/>
    <a:srgbClr val="002484"/>
    <a:srgbClr val="092DB0"/>
    <a:srgbClr val="21CD81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08E00C-694B-4C74-B90A-265F94095454}" v="95" dt="2021-09-27T13:07:58.7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352" autoAdjust="0"/>
    <p:restoredTop sz="94969" autoAdjust="0"/>
  </p:normalViewPr>
  <p:slideViewPr>
    <p:cSldViewPr snapToGrid="0">
      <p:cViewPr>
        <p:scale>
          <a:sx n="66" d="100"/>
          <a:sy n="66" d="100"/>
        </p:scale>
        <p:origin x="717" y="2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1" d="100"/>
          <a:sy n="91" d="100"/>
        </p:scale>
        <p:origin x="3264" y="200"/>
      </p:cViewPr>
      <p:guideLst/>
    </p:cSldViewPr>
  </p:notesViewPr>
  <p:gridSpacing cx="90012" cy="90012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slide" Target="slides/slide25.xml"/><Relationship Id="rId39" Type="http://schemas.openxmlformats.org/officeDocument/2006/relationships/slide" Target="slides/slide26.xml"/><Relationship Id="rId40" Type="http://schemas.openxmlformats.org/officeDocument/2006/relationships/slide" Target="slides/slide27.xml"/><Relationship Id="rId41" Type="http://schemas.openxmlformats.org/officeDocument/2006/relationships/slide" Target="slides/slide28.xml"/><Relationship Id="rId42" Type="http://schemas.openxmlformats.org/officeDocument/2006/relationships/slide" Target="slides/slide29.xml"/><Relationship Id="rId43" Type="http://schemas.openxmlformats.org/officeDocument/2006/relationships/slide" Target="slides/slide30.xml"/><Relationship Id="rId44" Type="http://schemas.openxmlformats.org/officeDocument/2006/relationships/slide" Target="slides/slide31.xml"/><Relationship Id="rId45" Type="http://schemas.openxmlformats.org/officeDocument/2006/relationships/slide" Target="slides/slide32.xml"/><Relationship Id="rId46" Type="http://schemas.openxmlformats.org/officeDocument/2006/relationships/slide" Target="slides/slide33.xml"/><Relationship Id="rId47" Type="http://schemas.openxmlformats.org/officeDocument/2006/relationships/slide" Target="slides/slide34.xml"/><Relationship Id="rId48" Type="http://schemas.openxmlformats.org/officeDocument/2006/relationships/slide" Target="slides/slide35.xml"/><Relationship Id="rId49" Type="http://schemas.openxmlformats.org/officeDocument/2006/relationships/slide" Target="slides/slide36.xml"/><Relationship Id="rId50" Type="http://schemas.openxmlformats.org/officeDocument/2006/relationships/slide" Target="slides/slide37.xml"/><Relationship Id="rId51" Type="http://schemas.openxmlformats.org/officeDocument/2006/relationships/slide" Target="slides/slide38.xml"/><Relationship Id="rId52" Type="http://schemas.openxmlformats.org/officeDocument/2006/relationships/slide" Target="slides/slide39.xml"/><Relationship Id="rId53" Type="http://schemas.openxmlformats.org/officeDocument/2006/relationships/slide" Target="slides/slide40.xml"/><Relationship Id="rId93" Type="http://schemas.openxmlformats.org/officeDocument/2006/relationships/notesMaster" Target="notesMasters/notesMaster1.xml"/><Relationship Id="rId94" Type="http://schemas.openxmlformats.org/officeDocument/2006/relationships/handoutMaster" Target="handoutMasters/handoutMaster1.xml"/><Relationship Id="rId95" Type="http://schemas.openxmlformats.org/officeDocument/2006/relationships/commentAuthors" Target="commentAuthors.xml"/><Relationship Id="rId96" Type="http://schemas.openxmlformats.org/officeDocument/2006/relationships/presProps" Target="presProps.xml"/><Relationship Id="rId97" Type="http://schemas.openxmlformats.org/officeDocument/2006/relationships/viewProps" Target="viewProps.xml"/><Relationship Id="rId98" Type="http://schemas.openxmlformats.org/officeDocument/2006/relationships/theme" Target="theme/theme1.xml"/><Relationship Id="rId99" Type="http://schemas.openxmlformats.org/officeDocument/2006/relationships/tableStyles" Target="tableStyles.xml"/><Relationship Id="rId100" Type="http://schemas.microsoft.com/office/2016/11/relationships/changesInfo" Target="changesInfos/changesInfo1.xml"/><Relationship Id="rId101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usenko Valeriya Yurevna" userId="b855a787-6e08-4135-a0f7-5361ae6d420f" providerId="ADAL" clId="{D308E00C-694B-4C74-B90A-265F94095454}"/>
    <pc:docChg chg="undo custSel addSld delSld modSld modMainMaster modSection replTag delTag">
      <pc:chgData name="Andrusenko Valeriya Yurevna" userId="b855a787-6e08-4135-a0f7-5361ae6d420f" providerId="ADAL" clId="{D308E00C-694B-4C74-B90A-265F94095454}" dt="2021-09-27T13:07:58.687" v="192"/>
      <pc:docMkLst>
        <pc:docMk/>
      </pc:docMkLst>
      <pc:sldChg chg="modSp add del mod">
        <pc:chgData name="Andrusenko Valeriya Yurevna" userId="b855a787-6e08-4135-a0f7-5361ae6d420f" providerId="ADAL" clId="{D308E00C-694B-4C74-B90A-265F94095454}" dt="2021-09-27T13:07:58.687" v="192"/>
        <pc:sldMkLst>
          <pc:docMk/>
          <pc:sldMk cId="997008395" sldId="257"/>
        </pc:sldMkLst>
        <pc:spChg chg="mod">
          <ac:chgData name="Andrusenko Valeriya Yurevna" userId="b855a787-6e08-4135-a0f7-5361ae6d420f" providerId="ADAL" clId="{D308E00C-694B-4C74-B90A-265F94095454}" dt="2021-09-27T13:07:58.687" v="192"/>
          <ac:spMkLst>
            <pc:docMk/>
            <pc:sldMk cId="997008395" sldId="257"/>
            <ac:spMk id="2" creationId="{00000000-0000-0000-0000-000000000000}"/>
          </ac:spMkLst>
        </pc:spChg>
      </pc:sldChg>
      <pc:sldChg chg="modSp add del mod">
        <pc:chgData name="Andrusenko Valeriya Yurevna" userId="b855a787-6e08-4135-a0f7-5361ae6d420f" providerId="ADAL" clId="{D308E00C-694B-4C74-B90A-265F94095454}" dt="2021-09-27T13:07:58.687" v="192"/>
        <pc:sldMkLst>
          <pc:docMk/>
          <pc:sldMk cId="2519413566" sldId="258"/>
        </pc:sldMkLst>
        <pc:spChg chg="mod">
          <ac:chgData name="Andrusenko Valeriya Yurevna" userId="b855a787-6e08-4135-a0f7-5361ae6d420f" providerId="ADAL" clId="{D308E00C-694B-4C74-B90A-265F94095454}" dt="2021-09-27T13:07:58.687" v="192"/>
          <ac:spMkLst>
            <pc:docMk/>
            <pc:sldMk cId="2519413566" sldId="258"/>
            <ac:spMk id="2" creationId="{00000000-0000-0000-0000-000000000000}"/>
          </ac:spMkLst>
        </pc:spChg>
      </pc:sldChg>
      <pc:sldChg chg="modSp add del mod">
        <pc:chgData name="Andrusenko Valeriya Yurevna" userId="b855a787-6e08-4135-a0f7-5361ae6d420f" providerId="ADAL" clId="{D308E00C-694B-4C74-B90A-265F94095454}" dt="2021-09-27T13:07:58.687" v="192"/>
        <pc:sldMkLst>
          <pc:docMk/>
          <pc:sldMk cId="3355288899" sldId="259"/>
        </pc:sldMkLst>
        <pc:spChg chg="mod">
          <ac:chgData name="Andrusenko Valeriya Yurevna" userId="b855a787-6e08-4135-a0f7-5361ae6d420f" providerId="ADAL" clId="{D308E00C-694B-4C74-B90A-265F94095454}" dt="2021-09-27T13:07:58.687" v="192"/>
          <ac:spMkLst>
            <pc:docMk/>
            <pc:sldMk cId="3355288899" sldId="259"/>
            <ac:spMk id="2" creationId="{00000000-0000-0000-0000-000000000000}"/>
          </ac:spMkLst>
        </pc:spChg>
      </pc:sldChg>
      <pc:sldChg chg="modSp add del mod">
        <pc:chgData name="Andrusenko Valeriya Yurevna" userId="b855a787-6e08-4135-a0f7-5361ae6d420f" providerId="ADAL" clId="{D308E00C-694B-4C74-B90A-265F94095454}" dt="2021-09-27T13:07:58.687" v="192"/>
        <pc:sldMkLst>
          <pc:docMk/>
          <pc:sldMk cId="1979860311" sldId="263"/>
        </pc:sldMkLst>
        <pc:spChg chg="mod">
          <ac:chgData name="Andrusenko Valeriya Yurevna" userId="b855a787-6e08-4135-a0f7-5361ae6d420f" providerId="ADAL" clId="{D308E00C-694B-4C74-B90A-265F94095454}" dt="2021-09-27T13:07:54.751" v="121" actId="948"/>
          <ac:spMkLst>
            <pc:docMk/>
            <pc:sldMk cId="1979860311" sldId="263"/>
            <ac:spMk id="5" creationId="{D8E2142B-C3BF-4AED-84E0-F2A535F02FC3}"/>
          </ac:spMkLst>
        </pc:spChg>
        <pc:spChg chg="mod">
          <ac:chgData name="Andrusenko Valeriya Yurevna" userId="b855a787-6e08-4135-a0f7-5361ae6d420f" providerId="ADAL" clId="{D308E00C-694B-4C74-B90A-265F94095454}" dt="2021-09-27T13:07:54.172" v="110" actId="14100"/>
          <ac:spMkLst>
            <pc:docMk/>
            <pc:sldMk cId="1979860311" sldId="263"/>
            <ac:spMk id="7" creationId="{407F9C05-B44B-475C-B6FF-0C55E3EC14D3}"/>
          </ac:spMkLst>
        </pc:spChg>
        <pc:graphicFrameChg chg="mod">
          <ac:chgData name="Andrusenko Valeriya Yurevna" userId="b855a787-6e08-4135-a0f7-5361ae6d420f" providerId="ADAL" clId="{D308E00C-694B-4C74-B90A-265F94095454}" dt="2021-09-27T13:07:55.491" v="130" actId="1076"/>
          <ac:graphicFrameMkLst>
            <pc:docMk/>
            <pc:sldMk cId="1979860311" sldId="263"/>
            <ac:graphicFrameMk id="3" creationId="{C884335C-0C58-4C39-9377-C38D3E21F717}"/>
          </ac:graphicFrameMkLst>
        </pc:graphicFrameChg>
      </pc:sldChg>
      <pc:sldChg chg="add del">
        <pc:chgData name="Andrusenko Valeriya Yurevna" userId="b855a787-6e08-4135-a0f7-5361ae6d420f" providerId="ADAL" clId="{D308E00C-694B-4C74-B90A-265F94095454}" dt="2021-09-27T13:07:58.687" v="192"/>
        <pc:sldMkLst>
          <pc:docMk/>
          <pc:sldMk cId="2398948446" sldId="264"/>
        </pc:sldMkLst>
      </pc:sldChg>
      <pc:sldChg chg="add del">
        <pc:chgData name="Andrusenko Valeriya Yurevna" userId="b855a787-6e08-4135-a0f7-5361ae6d420f" providerId="ADAL" clId="{D308E00C-694B-4C74-B90A-265F94095454}" dt="2021-09-27T13:07:58.687" v="192"/>
        <pc:sldMkLst>
          <pc:docMk/>
          <pc:sldMk cId="3151075595" sldId="265"/>
        </pc:sldMkLst>
      </pc:sldChg>
      <pc:sldChg chg="add del setBg">
        <pc:chgData name="Andrusenko Valeriya Yurevna" userId="b855a787-6e08-4135-a0f7-5361ae6d420f" providerId="ADAL" clId="{D308E00C-694B-4C74-B90A-265F94095454}" dt="2021-09-27T13:07:58.687" v="192"/>
        <pc:sldMkLst>
          <pc:docMk/>
          <pc:sldMk cId="16954745" sldId="268"/>
        </pc:sldMkLst>
      </pc:sldChg>
      <pc:sldChg chg="modSp add del mod">
        <pc:chgData name="Andrusenko Valeriya Yurevna" userId="b855a787-6e08-4135-a0f7-5361ae6d420f" providerId="ADAL" clId="{D308E00C-694B-4C74-B90A-265F94095454}" dt="2021-09-27T13:07:58.687" v="192"/>
        <pc:sldMkLst>
          <pc:docMk/>
          <pc:sldMk cId="3685844328" sldId="270"/>
        </pc:sldMkLst>
        <pc:spChg chg="mod">
          <ac:chgData name="Andrusenko Valeriya Yurevna" userId="b855a787-6e08-4135-a0f7-5361ae6d420f" providerId="ADAL" clId="{D308E00C-694B-4C74-B90A-265F94095454}" dt="2021-09-27T13:07:58.687" v="192"/>
          <ac:spMkLst>
            <pc:docMk/>
            <pc:sldMk cId="3685844328" sldId="270"/>
            <ac:spMk id="2" creationId="{00000000-0000-0000-0000-000000000000}"/>
          </ac:spMkLst>
        </pc:spChg>
      </pc:sldChg>
      <pc:sldChg chg="add del setBg">
        <pc:chgData name="Andrusenko Valeriya Yurevna" userId="b855a787-6e08-4135-a0f7-5361ae6d420f" providerId="ADAL" clId="{D308E00C-694B-4C74-B90A-265F94095454}" dt="2021-09-27T13:07:58.687" v="192"/>
        <pc:sldMkLst>
          <pc:docMk/>
          <pc:sldMk cId="3677050173" sldId="271"/>
        </pc:sldMkLst>
      </pc:sldChg>
      <pc:sldChg chg="modSp add del mod">
        <pc:chgData name="Andrusenko Valeriya Yurevna" userId="b855a787-6e08-4135-a0f7-5361ae6d420f" providerId="ADAL" clId="{D308E00C-694B-4C74-B90A-265F94095454}" dt="2021-09-27T13:07:58.687" v="192"/>
        <pc:sldMkLst>
          <pc:docMk/>
          <pc:sldMk cId="1184743870" sldId="273"/>
        </pc:sldMkLst>
        <pc:spChg chg="mod">
          <ac:chgData name="Andrusenko Valeriya Yurevna" userId="b855a787-6e08-4135-a0f7-5361ae6d420f" providerId="ADAL" clId="{D308E00C-694B-4C74-B90A-265F94095454}" dt="2021-09-27T13:07:58.687" v="192"/>
          <ac:spMkLst>
            <pc:docMk/>
            <pc:sldMk cId="1184743870" sldId="273"/>
            <ac:spMk id="2" creationId="{00000000-0000-0000-0000-000000000000}"/>
          </ac:spMkLst>
        </pc:spChg>
        <pc:spChg chg="mod">
          <ac:chgData name="Andrusenko Valeriya Yurevna" userId="b855a787-6e08-4135-a0f7-5361ae6d420f" providerId="ADAL" clId="{D308E00C-694B-4C74-B90A-265F94095454}" dt="2021-09-27T13:07:58.687" v="192"/>
          <ac:spMkLst>
            <pc:docMk/>
            <pc:sldMk cId="1184743870" sldId="273"/>
            <ac:spMk id="3" creationId="{00000000-0000-0000-0000-000000000000}"/>
          </ac:spMkLst>
        </pc:spChg>
      </pc:sldChg>
      <pc:sldChg chg="add del">
        <pc:chgData name="Andrusenko Valeriya Yurevna" userId="b855a787-6e08-4135-a0f7-5361ae6d420f" providerId="ADAL" clId="{D308E00C-694B-4C74-B90A-265F94095454}" dt="2021-09-27T13:07:58.687" v="192"/>
        <pc:sldMkLst>
          <pc:docMk/>
          <pc:sldMk cId="2993996154" sldId="275"/>
        </pc:sldMkLst>
      </pc:sldChg>
      <pc:sldChg chg="modSp add del mod">
        <pc:chgData name="Andrusenko Valeriya Yurevna" userId="b855a787-6e08-4135-a0f7-5361ae6d420f" providerId="ADAL" clId="{D308E00C-694B-4C74-B90A-265F94095454}" dt="2021-09-27T13:07:58.687" v="192"/>
        <pc:sldMkLst>
          <pc:docMk/>
          <pc:sldMk cId="1315469687" sldId="278"/>
        </pc:sldMkLst>
        <pc:spChg chg="mod">
          <ac:chgData name="Andrusenko Valeriya Yurevna" userId="b855a787-6e08-4135-a0f7-5361ae6d420f" providerId="ADAL" clId="{D308E00C-694B-4C74-B90A-265F94095454}" dt="2021-09-27T13:07:58.687" v="192"/>
          <ac:spMkLst>
            <pc:docMk/>
            <pc:sldMk cId="1315469687" sldId="278"/>
            <ac:spMk id="5" creationId="{00000000-0000-0000-0000-000000000000}"/>
          </ac:spMkLst>
        </pc:spChg>
      </pc:sldChg>
      <pc:sldChg chg="modSp add del mod">
        <pc:chgData name="Andrusenko Valeriya Yurevna" userId="b855a787-6e08-4135-a0f7-5361ae6d420f" providerId="ADAL" clId="{D308E00C-694B-4C74-B90A-265F94095454}" dt="2021-09-27T13:07:58.687" v="192"/>
        <pc:sldMkLst>
          <pc:docMk/>
          <pc:sldMk cId="2501465062" sldId="288"/>
        </pc:sldMkLst>
        <pc:spChg chg="mod">
          <ac:chgData name="Andrusenko Valeriya Yurevna" userId="b855a787-6e08-4135-a0f7-5361ae6d420f" providerId="ADAL" clId="{D308E00C-694B-4C74-B90A-265F94095454}" dt="2021-09-27T13:07:58.687" v="192"/>
          <ac:spMkLst>
            <pc:docMk/>
            <pc:sldMk cId="2501465062" sldId="288"/>
            <ac:spMk id="6" creationId="{00000000-0000-0000-0000-000000000000}"/>
          </ac:spMkLst>
        </pc:spChg>
      </pc:sldChg>
      <pc:sldChg chg="add del">
        <pc:chgData name="Andrusenko Valeriya Yurevna" userId="b855a787-6e08-4135-a0f7-5361ae6d420f" providerId="ADAL" clId="{D308E00C-694B-4C74-B90A-265F94095454}" dt="2021-09-27T13:07:58.687" v="192"/>
        <pc:sldMkLst>
          <pc:docMk/>
          <pc:sldMk cId="464759705" sldId="289"/>
        </pc:sldMkLst>
      </pc:sldChg>
      <pc:sldChg chg="add del setBg">
        <pc:chgData name="Andrusenko Valeriya Yurevna" userId="b855a787-6e08-4135-a0f7-5361ae6d420f" providerId="ADAL" clId="{D308E00C-694B-4C74-B90A-265F94095454}" dt="2021-09-27T13:07:58.687" v="192"/>
        <pc:sldMkLst>
          <pc:docMk/>
          <pc:sldMk cId="58454696" sldId="290"/>
        </pc:sldMkLst>
      </pc:sldChg>
      <pc:sldChg chg="modSp add del mod">
        <pc:chgData name="Andrusenko Valeriya Yurevna" userId="b855a787-6e08-4135-a0f7-5361ae6d420f" providerId="ADAL" clId="{D308E00C-694B-4C74-B90A-265F94095454}" dt="2021-09-27T13:07:58.687" v="192"/>
        <pc:sldMkLst>
          <pc:docMk/>
          <pc:sldMk cId="1688508893" sldId="291"/>
        </pc:sldMkLst>
        <pc:spChg chg="mod">
          <ac:chgData name="Andrusenko Valeriya Yurevna" userId="b855a787-6e08-4135-a0f7-5361ae6d420f" providerId="ADAL" clId="{D308E00C-694B-4C74-B90A-265F94095454}" dt="2021-09-27T13:07:58.687" v="192"/>
          <ac:spMkLst>
            <pc:docMk/>
            <pc:sldMk cId="1688508893" sldId="291"/>
            <ac:spMk id="5" creationId="{00000000-0000-0000-0000-000000000000}"/>
          </ac:spMkLst>
        </pc:spChg>
      </pc:sldChg>
      <pc:sldChg chg="modSp add del mod">
        <pc:chgData name="Andrusenko Valeriya Yurevna" userId="b855a787-6e08-4135-a0f7-5361ae6d420f" providerId="ADAL" clId="{D308E00C-694B-4C74-B90A-265F94095454}" dt="2021-09-27T13:07:58.687" v="192"/>
        <pc:sldMkLst>
          <pc:docMk/>
          <pc:sldMk cId="976837605" sldId="292"/>
        </pc:sldMkLst>
        <pc:spChg chg="mod">
          <ac:chgData name="Andrusenko Valeriya Yurevna" userId="b855a787-6e08-4135-a0f7-5361ae6d420f" providerId="ADAL" clId="{D308E00C-694B-4C74-B90A-265F94095454}" dt="2021-09-27T13:07:58.687" v="192"/>
          <ac:spMkLst>
            <pc:docMk/>
            <pc:sldMk cId="976837605" sldId="292"/>
            <ac:spMk id="2" creationId="{00000000-0000-0000-0000-000000000000}"/>
          </ac:spMkLst>
        </pc:spChg>
      </pc:sldChg>
      <pc:sldChg chg="add del">
        <pc:chgData name="Andrusenko Valeriya Yurevna" userId="b855a787-6e08-4135-a0f7-5361ae6d420f" providerId="ADAL" clId="{D308E00C-694B-4C74-B90A-265F94095454}" dt="2021-09-27T13:07:58.687" v="192"/>
        <pc:sldMkLst>
          <pc:docMk/>
          <pc:sldMk cId="1936315066" sldId="293"/>
        </pc:sldMkLst>
      </pc:sldChg>
      <pc:sldChg chg="add del">
        <pc:chgData name="Andrusenko Valeriya Yurevna" userId="b855a787-6e08-4135-a0f7-5361ae6d420f" providerId="ADAL" clId="{D308E00C-694B-4C74-B90A-265F94095454}" dt="2021-09-27T13:07:58.687" v="192"/>
        <pc:sldMkLst>
          <pc:docMk/>
          <pc:sldMk cId="589419314" sldId="294"/>
        </pc:sldMkLst>
      </pc:sldChg>
      <pc:sldChg chg="add del setBg">
        <pc:chgData name="Andrusenko Valeriya Yurevna" userId="b855a787-6e08-4135-a0f7-5361ae6d420f" providerId="ADAL" clId="{D308E00C-694B-4C74-B90A-265F94095454}" dt="2021-09-27T13:07:58.687" v="192"/>
        <pc:sldMkLst>
          <pc:docMk/>
          <pc:sldMk cId="3667901587" sldId="295"/>
        </pc:sldMkLst>
      </pc:sldChg>
      <pc:sldChg chg="add del">
        <pc:chgData name="Andrusenko Valeriya Yurevna" userId="b855a787-6e08-4135-a0f7-5361ae6d420f" providerId="ADAL" clId="{D308E00C-694B-4C74-B90A-265F94095454}" dt="2021-09-27T13:07:58.687" v="192"/>
        <pc:sldMkLst>
          <pc:docMk/>
          <pc:sldMk cId="3393979980" sldId="296"/>
        </pc:sldMkLst>
      </pc:sldChg>
      <pc:sldChg chg="addSp delSp modSp add del mod modClrScheme chgLayout">
        <pc:chgData name="Andrusenko Valeriya Yurevna" userId="b855a787-6e08-4135-a0f7-5361ae6d420f" providerId="ADAL" clId="{D308E00C-694B-4C74-B90A-265F94095454}" dt="2021-09-27T13:07:58.687" v="192"/>
        <pc:sldMkLst>
          <pc:docMk/>
          <pc:sldMk cId="53077285" sldId="297"/>
        </pc:sldMkLst>
        <pc:spChg chg="add del mod ord">
          <ac:chgData name="Andrusenko Valeriya Yurevna" userId="b855a787-6e08-4135-a0f7-5361ae6d420f" providerId="ADAL" clId="{D308E00C-694B-4C74-B90A-265F94095454}" dt="2021-09-27T13:07:57.586" v="177" actId="700"/>
          <ac:spMkLst>
            <pc:docMk/>
            <pc:sldMk cId="53077285" sldId="297"/>
            <ac:spMk id="2" creationId="{075972AD-A0C6-4712-BA6D-C5CCF5A74108}"/>
          </ac:spMkLst>
        </pc:spChg>
        <pc:spChg chg="add del mod modVis">
          <ac:chgData name="Andrusenko Valeriya Yurevna" userId="b855a787-6e08-4135-a0f7-5361ae6d420f" providerId="ADAL" clId="{D308E00C-694B-4C74-B90A-265F94095454}" dt="2021-09-27T13:07:57.581" v="174" actId="962"/>
          <ac:spMkLst>
            <pc:docMk/>
            <pc:sldMk cId="53077285" sldId="297"/>
            <ac:spMk id="3" creationId="{1A4F08F0-47E2-4A85-A957-C0024C745007}"/>
          </ac:spMkLst>
        </pc:spChg>
        <pc:spChg chg="mod ord">
          <ac:chgData name="Andrusenko Valeriya Yurevna" userId="b855a787-6e08-4135-a0f7-5361ae6d420f" providerId="ADAL" clId="{D308E00C-694B-4C74-B90A-265F94095454}" dt="2021-09-27T13:07:58.687" v="192"/>
          <ac:spMkLst>
            <pc:docMk/>
            <pc:sldMk cId="53077285" sldId="297"/>
            <ac:spMk id="4" creationId="{00000000-0000-0000-0000-000000000000}"/>
          </ac:spMkLst>
        </pc:spChg>
        <pc:spChg chg="mod ord">
          <ac:chgData name="Andrusenko Valeriya Yurevna" userId="b855a787-6e08-4135-a0f7-5361ae6d420f" providerId="ADAL" clId="{D308E00C-694B-4C74-B90A-265F94095454}" dt="2021-09-27T13:07:57.586" v="177" actId="700"/>
          <ac:spMkLst>
            <pc:docMk/>
            <pc:sldMk cId="53077285" sldId="297"/>
            <ac:spMk id="11" creationId="{AF3464F7-13B3-474F-8BA5-74C8A9F2D704}"/>
          </ac:spMkLst>
        </pc:spChg>
        <pc:graphicFrameChg chg="mod">
          <ac:chgData name="Andrusenko Valeriya Yurevna" userId="b855a787-6e08-4135-a0f7-5361ae6d420f" providerId="ADAL" clId="{D308E00C-694B-4C74-B90A-265F94095454}" dt="2021-09-27T13:07:58.687" v="192"/>
          <ac:graphicFrameMkLst>
            <pc:docMk/>
            <pc:sldMk cId="53077285" sldId="297"/>
            <ac:graphicFrameMk id="6" creationId="{CBF2F0EA-6F00-45B0-A983-95EDE929A1EC}"/>
          </ac:graphicFrameMkLst>
        </pc:graphicFrameChg>
        <pc:graphicFrameChg chg="mod ord">
          <ac:chgData name="Andrusenko Valeriya Yurevna" userId="b855a787-6e08-4135-a0f7-5361ae6d420f" providerId="ADAL" clId="{D308E00C-694B-4C74-B90A-265F94095454}" dt="2021-09-27T13:07:57.586" v="177" actId="700"/>
          <ac:graphicFrameMkLst>
            <pc:docMk/>
            <pc:sldMk cId="53077285" sldId="297"/>
            <ac:graphicFrameMk id="7" creationId="{00000000-0000-0000-0000-000000000000}"/>
          </ac:graphicFrameMkLst>
        </pc:graphicFrameChg>
        <pc:graphicFrameChg chg="mod ord">
          <ac:chgData name="Andrusenko Valeriya Yurevna" userId="b855a787-6e08-4135-a0f7-5361ae6d420f" providerId="ADAL" clId="{D308E00C-694B-4C74-B90A-265F94095454}" dt="2021-09-27T13:07:57.586" v="177" actId="700"/>
          <ac:graphicFrameMkLst>
            <pc:docMk/>
            <pc:sldMk cId="53077285" sldId="297"/>
            <ac:graphicFrameMk id="8" creationId="{00000000-0000-0000-0000-000000000000}"/>
          </ac:graphicFrameMkLst>
        </pc:graphicFrameChg>
        <pc:graphicFrameChg chg="mod">
          <ac:chgData name="Andrusenko Valeriya Yurevna" userId="b855a787-6e08-4135-a0f7-5361ae6d420f" providerId="ADAL" clId="{D308E00C-694B-4C74-B90A-265F94095454}" dt="2021-09-27T13:07:56.712" v="135" actId="1076"/>
          <ac:graphicFrameMkLst>
            <pc:docMk/>
            <pc:sldMk cId="53077285" sldId="297"/>
            <ac:graphicFrameMk id="10" creationId="{00000000-0000-0000-0000-000000000000}"/>
          </ac:graphicFrameMkLst>
        </pc:graphicFrameChg>
      </pc:sldChg>
      <pc:sldChg chg="add del">
        <pc:chgData name="Andrusenko Valeriya Yurevna" userId="b855a787-6e08-4135-a0f7-5361ae6d420f" providerId="ADAL" clId="{D308E00C-694B-4C74-B90A-265F94095454}" dt="2021-09-27T13:07:58.687" v="192"/>
        <pc:sldMkLst>
          <pc:docMk/>
          <pc:sldMk cId="3220180256" sldId="299"/>
        </pc:sldMkLst>
      </pc:sldChg>
      <pc:sldChg chg="add del">
        <pc:chgData name="Andrusenko Valeriya Yurevna" userId="b855a787-6e08-4135-a0f7-5361ae6d420f" providerId="ADAL" clId="{D308E00C-694B-4C74-B90A-265F94095454}" dt="2021-09-27T13:07:58.687" v="192"/>
        <pc:sldMkLst>
          <pc:docMk/>
          <pc:sldMk cId="2593951848" sldId="300"/>
        </pc:sldMkLst>
      </pc:sldChg>
      <pc:sldChg chg="add del">
        <pc:chgData name="Andrusenko Valeriya Yurevna" userId="b855a787-6e08-4135-a0f7-5361ae6d420f" providerId="ADAL" clId="{D308E00C-694B-4C74-B90A-265F94095454}" dt="2021-09-27T13:07:58.687" v="192"/>
        <pc:sldMkLst>
          <pc:docMk/>
          <pc:sldMk cId="4203674279" sldId="301"/>
        </pc:sldMkLst>
      </pc:sldChg>
      <pc:sldChg chg="add del">
        <pc:chgData name="Andrusenko Valeriya Yurevna" userId="b855a787-6e08-4135-a0f7-5361ae6d420f" providerId="ADAL" clId="{D308E00C-694B-4C74-B90A-265F94095454}" dt="2021-09-27T13:07:58.687" v="192"/>
        <pc:sldMkLst>
          <pc:docMk/>
          <pc:sldMk cId="626679044" sldId="302"/>
        </pc:sldMkLst>
      </pc:sldChg>
      <pc:sldChg chg="add del">
        <pc:chgData name="Andrusenko Valeriya Yurevna" userId="b855a787-6e08-4135-a0f7-5361ae6d420f" providerId="ADAL" clId="{D308E00C-694B-4C74-B90A-265F94095454}" dt="2021-09-27T13:07:58.687" v="192"/>
        <pc:sldMkLst>
          <pc:docMk/>
          <pc:sldMk cId="3267374139" sldId="303"/>
        </pc:sldMkLst>
      </pc:sldChg>
      <pc:sldChg chg="modSp add del mod">
        <pc:chgData name="Andrusenko Valeriya Yurevna" userId="b855a787-6e08-4135-a0f7-5361ae6d420f" providerId="ADAL" clId="{D308E00C-694B-4C74-B90A-265F94095454}" dt="2021-09-27T13:07:58.687" v="192"/>
        <pc:sldMkLst>
          <pc:docMk/>
          <pc:sldMk cId="2505035357" sldId="304"/>
        </pc:sldMkLst>
        <pc:spChg chg="mod">
          <ac:chgData name="Andrusenko Valeriya Yurevna" userId="b855a787-6e08-4135-a0f7-5361ae6d420f" providerId="ADAL" clId="{D308E00C-694B-4C74-B90A-265F94095454}" dt="2021-09-27T13:07:58.687" v="192"/>
          <ac:spMkLst>
            <pc:docMk/>
            <pc:sldMk cId="2505035357" sldId="304"/>
            <ac:spMk id="2" creationId="{00000000-0000-0000-0000-000000000000}"/>
          </ac:spMkLst>
        </pc:spChg>
      </pc:sldChg>
      <pc:sldChg chg="add del setBg">
        <pc:chgData name="Andrusenko Valeriya Yurevna" userId="b855a787-6e08-4135-a0f7-5361ae6d420f" providerId="ADAL" clId="{D308E00C-694B-4C74-B90A-265F94095454}" dt="2021-09-27T13:07:58.687" v="192"/>
        <pc:sldMkLst>
          <pc:docMk/>
          <pc:sldMk cId="3659241917" sldId="306"/>
        </pc:sldMkLst>
      </pc:sldChg>
      <pc:sldChg chg="modSp add del mod">
        <pc:chgData name="Andrusenko Valeriya Yurevna" userId="b855a787-6e08-4135-a0f7-5361ae6d420f" providerId="ADAL" clId="{D308E00C-694B-4C74-B90A-265F94095454}" dt="2021-09-27T13:07:58.687" v="192"/>
        <pc:sldMkLst>
          <pc:docMk/>
          <pc:sldMk cId="4132557677" sldId="308"/>
        </pc:sldMkLst>
        <pc:spChg chg="mod">
          <ac:chgData name="Andrusenko Valeriya Yurevna" userId="b855a787-6e08-4135-a0f7-5361ae6d420f" providerId="ADAL" clId="{D308E00C-694B-4C74-B90A-265F94095454}" dt="2021-09-27T13:07:58.687" v="192"/>
          <ac:spMkLst>
            <pc:docMk/>
            <pc:sldMk cId="4132557677" sldId="308"/>
            <ac:spMk id="4" creationId="{00000000-0000-0000-0000-000000000000}"/>
          </ac:spMkLst>
        </pc:spChg>
        <pc:spChg chg="mod">
          <ac:chgData name="Andrusenko Valeriya Yurevna" userId="b855a787-6e08-4135-a0f7-5361ae6d420f" providerId="ADAL" clId="{D308E00C-694B-4C74-B90A-265F94095454}" dt="2021-09-27T13:07:58.687" v="192"/>
          <ac:spMkLst>
            <pc:docMk/>
            <pc:sldMk cId="4132557677" sldId="308"/>
            <ac:spMk id="6" creationId="{00000000-0000-0000-0000-000000000000}"/>
          </ac:spMkLst>
        </pc:spChg>
      </pc:sldChg>
      <pc:sldChg chg="add del setBg">
        <pc:chgData name="Andrusenko Valeriya Yurevna" userId="b855a787-6e08-4135-a0f7-5361ae6d420f" providerId="ADAL" clId="{D308E00C-694B-4C74-B90A-265F94095454}" dt="2021-09-27T13:07:58.687" v="192"/>
        <pc:sldMkLst>
          <pc:docMk/>
          <pc:sldMk cId="2192737738" sldId="309"/>
        </pc:sldMkLst>
      </pc:sldChg>
      <pc:sldChg chg="modSp add del mod">
        <pc:chgData name="Andrusenko Valeriya Yurevna" userId="b855a787-6e08-4135-a0f7-5361ae6d420f" providerId="ADAL" clId="{D308E00C-694B-4C74-B90A-265F94095454}" dt="2021-09-27T13:07:58.687" v="192"/>
        <pc:sldMkLst>
          <pc:docMk/>
          <pc:sldMk cId="1864152720" sldId="310"/>
        </pc:sldMkLst>
        <pc:spChg chg="mod">
          <ac:chgData name="Andrusenko Valeriya Yurevna" userId="b855a787-6e08-4135-a0f7-5361ae6d420f" providerId="ADAL" clId="{D308E00C-694B-4C74-B90A-265F94095454}" dt="2021-09-27T13:07:58.687" v="192"/>
          <ac:spMkLst>
            <pc:docMk/>
            <pc:sldMk cId="1864152720" sldId="310"/>
            <ac:spMk id="4" creationId="{00000000-0000-0000-0000-000000000000}"/>
          </ac:spMkLst>
        </pc:spChg>
        <pc:spChg chg="mod">
          <ac:chgData name="Andrusenko Valeriya Yurevna" userId="b855a787-6e08-4135-a0f7-5361ae6d420f" providerId="ADAL" clId="{D308E00C-694B-4C74-B90A-265F94095454}" dt="2021-09-27T13:07:58.687" v="192"/>
          <ac:spMkLst>
            <pc:docMk/>
            <pc:sldMk cId="1864152720" sldId="310"/>
            <ac:spMk id="5" creationId="{00000000-0000-0000-0000-000000000000}"/>
          </ac:spMkLst>
        </pc:spChg>
      </pc:sldChg>
      <pc:sldChg chg="modSp add del mod">
        <pc:chgData name="Andrusenko Valeriya Yurevna" userId="b855a787-6e08-4135-a0f7-5361ae6d420f" providerId="ADAL" clId="{D308E00C-694B-4C74-B90A-265F94095454}" dt="2021-09-27T13:07:58.687" v="192"/>
        <pc:sldMkLst>
          <pc:docMk/>
          <pc:sldMk cId="868110116" sldId="311"/>
        </pc:sldMkLst>
        <pc:spChg chg="mod">
          <ac:chgData name="Andrusenko Valeriya Yurevna" userId="b855a787-6e08-4135-a0f7-5361ae6d420f" providerId="ADAL" clId="{D308E00C-694B-4C74-B90A-265F94095454}" dt="2021-09-27T13:07:58.687" v="192"/>
          <ac:spMkLst>
            <pc:docMk/>
            <pc:sldMk cId="868110116" sldId="311"/>
            <ac:spMk id="6" creationId="{00000000-0000-0000-0000-000000000000}"/>
          </ac:spMkLst>
        </pc:spChg>
        <pc:spChg chg="mod">
          <ac:chgData name="Andrusenko Valeriya Yurevna" userId="b855a787-6e08-4135-a0f7-5361ae6d420f" providerId="ADAL" clId="{D308E00C-694B-4C74-B90A-265F94095454}" dt="2021-09-27T13:07:58.687" v="192"/>
          <ac:spMkLst>
            <pc:docMk/>
            <pc:sldMk cId="868110116" sldId="311"/>
            <ac:spMk id="7" creationId="{00000000-0000-0000-0000-000000000000}"/>
          </ac:spMkLst>
        </pc:spChg>
        <pc:graphicFrameChg chg="mod">
          <ac:chgData name="Andrusenko Valeriya Yurevna" userId="b855a787-6e08-4135-a0f7-5361ae6d420f" providerId="ADAL" clId="{D308E00C-694B-4C74-B90A-265F94095454}" dt="2021-09-27T13:07:55.490" v="129" actId="1076"/>
          <ac:graphicFrameMkLst>
            <pc:docMk/>
            <pc:sldMk cId="868110116" sldId="311"/>
            <ac:graphicFrameMk id="3" creationId="{2B231FAA-75C8-4C38-9465-7EB3D35607AC}"/>
          </ac:graphicFrameMkLst>
        </pc:graphicFrameChg>
      </pc:sldChg>
      <pc:sldMasterChg chg="addSp delSp modSp mod">
        <pc:chgData name="Andrusenko Valeriya Yurevna" userId="b855a787-6e08-4135-a0f7-5361ae6d420f" providerId="ADAL" clId="{D308E00C-694B-4C74-B90A-265F94095454}" dt="2021-09-27T13:07:58.687" v="192"/>
        <pc:sldMasterMkLst>
          <pc:docMk/>
          <pc:sldMasterMk cId="2808384699" sldId="2147483666"/>
        </pc:sldMasterMkLst>
        <pc:graphicFrameChg chg="add del mod ord modVis replST delST">
          <ac:chgData name="Andrusenko Valeriya Yurevna" userId="b855a787-6e08-4135-a0f7-5361ae6d420f" providerId="ADAL" clId="{D308E00C-694B-4C74-B90A-265F94095454}" dt="2021-09-27T13:07:58.687" v="192"/>
          <ac:graphicFrameMkLst>
            <pc:docMk/>
            <pc:sldMasterMk cId="2808384699" sldId="2147483666"/>
            <ac:graphicFrameMk id="2" creationId="{3FF806BA-C06D-46AF-B59B-970EEB531CB1}"/>
          </ac:graphicFrameMkLst>
        </pc:graphicFrameChg>
      </pc:sldMaster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Офисы</c:v>
                </c:pt>
              </c:strCache>
            </c:strRef>
          </c:tx>
          <c:spPr>
            <a:solidFill>
              <a:srgbClr val="002882"/>
            </a:solidFill>
          </c:spPr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42</c:v>
                </c:pt>
                <c:pt idx="1">
                  <c:v>40</c:v>
                </c:pt>
                <c:pt idx="2">
                  <c:v>37</c:v>
                </c:pt>
                <c:pt idx="3">
                  <c:v>35</c:v>
                </c:pt>
                <c:pt idx="4">
                  <c:v>31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Цифровые каналы</c:v>
                </c:pt>
              </c:strCache>
            </c:strRef>
          </c:tx>
          <c:spPr>
            <a:solidFill>
              <a:srgbClr val="00AAFF"/>
            </a:solidFill>
          </c:spPr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Sheet1!$C$2:$C$6</c:f>
              <c:numCache>
                <c:formatCode>0</c:formatCode>
                <c:ptCount val="5"/>
                <c:pt idx="0">
                  <c:v>18</c:v>
                </c:pt>
                <c:pt idx="1">
                  <c:v>26</c:v>
                </c:pt>
                <c:pt idx="2">
                  <c:v>35</c:v>
                </c:pt>
                <c:pt idx="3">
                  <c:v>47</c:v>
                </c:pt>
                <c:pt idx="4">
                  <c:v>58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>
                  <a:solidFill>
                    <a:srgbClr val="00288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100">
                <a:solidFill>
                  <a:srgbClr val="58595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6E6E6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878787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58595B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Чат-бот</c:v>
                </c:pt>
              </c:strCache>
            </c:strRef>
          </c:tx>
          <c:spPr>
            <a:ln w="31750">
              <a:solidFill>
                <a:srgbClr val="002882"/>
              </a:solidFill>
            </a:ln>
          </c:spPr>
          <c:marker>
            <c:size val="8"/>
            <c:spPr>
              <a:solidFill>
                <a:srgbClr val="002882"/>
              </a:solidFill>
              <a:ln>
                <a:solidFill>
                  <a:srgbClr val="FFFFFF"/>
                </a:solidFill>
              </a:ln>
            </c:spPr>
          </c:marker>
          <c:dLbls>
            <c:numFmt formatCode="0" sourceLinked="0"/>
            <c:txPr>
              <a:bodyPr/>
              <a:lstStyle/>
              <a:p>
                <a:pPr>
                  <a:defRPr sz="1000">
                    <a:solidFill>
                      <a:srgbClr val="002882"/>
                    </a:solidFill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</c:strCache>
            </c:strRef>
          </c:cat>
          <c:val>
            <c:numRef>
              <c:f>Sheet1!$B$2:$B$7</c:f>
              <c:numCache>
                <c:formatCode>0</c:formatCode>
                <c:ptCount val="6"/>
                <c:pt idx="0">
                  <c:v>610</c:v>
                </c:pt>
                <c:pt idx="1">
                  <c:v>640</c:v>
                </c:pt>
                <c:pt idx="2">
                  <c:v>700</c:v>
                </c:pt>
                <c:pt idx="3">
                  <c:v>760</c:v>
                </c:pt>
                <c:pt idx="4">
                  <c:v>800</c:v>
                </c:pt>
                <c:pt idx="5">
                  <c:v>845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Операторы</c:v>
                </c:pt>
              </c:strCache>
            </c:strRef>
          </c:tx>
          <c:spPr>
            <a:ln w="31750">
              <a:solidFill>
                <a:srgbClr val="00AAFF"/>
              </a:solidFill>
            </a:ln>
          </c:spPr>
          <c:marker>
            <c:size val="8"/>
            <c:spPr>
              <a:solidFill>
                <a:srgbClr val="00AAFF"/>
              </a:solidFill>
              <a:ln>
                <a:solidFill>
                  <a:srgbClr val="FFFFFF"/>
                </a:solidFill>
              </a:ln>
            </c:spPr>
          </c:marker>
          <c:dLbls>
            <c:numFmt formatCode="0" sourceLinked="0"/>
            <c:txPr>
              <a:bodyPr/>
              <a:lstStyle/>
              <a:p>
                <a:pPr>
                  <a:defRPr sz="1000">
                    <a:solidFill>
                      <a:srgbClr val="0088CC"/>
                    </a:solidFill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</c:strCache>
            </c:strRef>
          </c:cat>
          <c:val>
            <c:numRef>
              <c:f>Sheet1!$C$2:$C$7</c:f>
              <c:numCache>
                <c:formatCode>0</c:formatCode>
                <c:ptCount val="6"/>
                <c:pt idx="0">
                  <c:v>520</c:v>
                </c:pt>
                <c:pt idx="1">
                  <c:v>505</c:v>
                </c:pt>
                <c:pt idx="2">
                  <c:v>480</c:v>
                </c:pt>
                <c:pt idx="3">
                  <c:v>470</c:v>
                </c:pt>
                <c:pt idx="4">
                  <c:v>455</c:v>
                </c:pt>
                <c:pt idx="5">
                  <c:v>440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1100">
                  <a:solidFill>
                    <a:srgbClr val="002882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100">
                <a:solidFill>
                  <a:srgbClr val="58595B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6E6E6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878787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solidFill>
            <a:srgbClr val="58595B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Доля</c:v>
                </c:pt>
              </c:strCache>
            </c:strRef>
          </c:tx>
          <c:dPt>
            <c:idx val="0"/>
            <c:spPr>
              <a:solidFill>
                <a:srgbClr val="002882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00AAFF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667EB4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878787"/>
              </a:solidFill>
              <a:ln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33539B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Ипотека</c:v>
                </c:pt>
                <c:pt idx="1">
                  <c:v>Потреб. кредиты</c:v>
                </c:pt>
                <c:pt idx="2">
                  <c:v>Карты</c:v>
                </c:pt>
                <c:pt idx="3">
                  <c:v>Автокредиты</c:v>
                </c:pt>
                <c:pt idx="4">
                  <c:v>Прочее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46</c:v>
                </c:pt>
                <c:pt idx="1">
                  <c:v>27</c:v>
                </c:pt>
                <c:pt idx="2">
                  <c:v>14</c:v>
                </c:pt>
                <c:pt idx="3">
                  <c:v>8</c:v>
                </c:pt>
                <c:pt idx="4">
                  <c:v>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</c:plotArea>
    <c:legend>
      <c:legendPos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solidFill>
            <a:srgbClr val="58595B"/>
          </a:solidFill>
          <a:latin typeface="+mn-lt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</c:spPr>
          <c:cat>
            <c:strRef>
              <c:f>Sheet1!$A$2:$A$7</c:f>
              <c:strCache>
                <c:ptCount val="6"/>
                <c:pt idx="0">
                  <c:v>2025</c:v>
                </c:pt>
                <c:pt idx="1">
                  <c:v>Процентный доход</c:v>
                </c:pt>
                <c:pt idx="2">
                  <c:v>Комиссии</c:v>
                </c:pt>
                <c:pt idx="3">
                  <c:v>Расходы</c:v>
                </c:pt>
                <c:pt idx="4">
                  <c:v>Резервы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0</c:formatCode>
                <c:ptCount val="6"/>
                <c:pt idx="0">
                  <c:v>0</c:v>
                </c:pt>
                <c:pt idx="1">
                  <c:v>120</c:v>
                </c:pt>
                <c:pt idx="2">
                  <c:v>155</c:v>
                </c:pt>
                <c:pt idx="3">
                  <c:v>151</c:v>
                </c:pt>
                <c:pt idx="4">
                  <c:v>140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02882"/>
            </a:solidFill>
          </c:spPr>
          <c:dPt>
            <c:idx val="0"/>
            <c:spPr>
              <a:solidFill>
                <a:srgbClr val="002882"/>
              </a:solidFill>
            </c:spPr>
          </c:dPt>
          <c:dPt>
            <c:idx val="1"/>
            <c:spPr>
              <a:solidFill>
                <a:srgbClr val="00AAFF"/>
              </a:solidFill>
            </c:spPr>
          </c:dPt>
          <c:dPt>
            <c:idx val="2"/>
            <c:spPr>
              <a:solidFill>
                <a:srgbClr val="00AAFF"/>
              </a:solidFill>
            </c:spPr>
          </c:dPt>
          <c:dPt>
            <c:idx val="3"/>
            <c:spPr>
              <a:solidFill>
                <a:srgbClr val="878787"/>
              </a:solidFill>
            </c:spPr>
          </c:dPt>
          <c:dPt>
            <c:idx val="4"/>
            <c:spPr>
              <a:solidFill>
                <a:srgbClr val="878787"/>
              </a:solidFill>
            </c:spPr>
          </c:dPt>
          <c:dPt>
            <c:idx val="5"/>
            <c:spPr>
              <a:solidFill>
                <a:srgbClr val="002882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FFFFF"/>
                        </a:solidFill>
                      </a:rPr>
                      <a:t>120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FFFFF"/>
                        </a:solidFill>
                      </a:rPr>
                      <a:t>+35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FFFFF"/>
                        </a:solidFill>
                      </a:rPr>
                      <a:t>+18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FFFFF"/>
                        </a:solidFill>
                      </a:rPr>
                      <a:t>−22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FFFFF"/>
                        </a:solidFill>
                      </a:rPr>
                      <a:t>−11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FFFFF"/>
                        </a:solidFill>
                      </a:rPr>
                      <a:t>140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2025</c:v>
                </c:pt>
                <c:pt idx="1">
                  <c:v>Процентный доход</c:v>
                </c:pt>
                <c:pt idx="2">
                  <c:v>Комиссии</c:v>
                </c:pt>
                <c:pt idx="3">
                  <c:v>Расходы</c:v>
                </c:pt>
                <c:pt idx="4">
                  <c:v>Резервы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0</c:formatCode>
                <c:ptCount val="6"/>
                <c:pt idx="0">
                  <c:v>120</c:v>
                </c:pt>
                <c:pt idx="1">
                  <c:v>35</c:v>
                </c:pt>
                <c:pt idx="2">
                  <c:v>18</c:v>
                </c:pt>
                <c:pt idx="3">
                  <c:v>22</c:v>
                </c:pt>
                <c:pt idx="4">
                  <c:v>11</c:v>
                </c:pt>
                <c:pt idx="5">
                  <c:v>140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100">
                <a:solidFill>
                  <a:srgbClr val="58595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6E6E6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878787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8595B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D19484-E975-498D-B5CC-EB69902D7A1A}" type="datetimeFigureOut">
              <a:rPr lang="ru-RU" smtClean="0"/>
              <a:t>27.09.2021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DE8806-39B1-4292-82B9-EB113B6DD0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73869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6346" cy="496253"/>
          </a:xfrm>
          <a:prstGeom prst="rect">
            <a:avLst/>
          </a:prstGeom>
        </p:spPr>
        <p:txBody>
          <a:bodyPr vert="horz" lIns="91303" tIns="45651" rIns="91303" bIns="45651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49744" y="0"/>
            <a:ext cx="2946345" cy="496253"/>
          </a:xfrm>
          <a:prstGeom prst="rect">
            <a:avLst/>
          </a:prstGeom>
        </p:spPr>
        <p:txBody>
          <a:bodyPr vert="horz" lIns="91303" tIns="45651" rIns="91303" bIns="45651" rtlCol="0"/>
          <a:lstStyle>
            <a:lvl1pPr algn="r">
              <a:defRPr sz="1200"/>
            </a:lvl1pPr>
          </a:lstStyle>
          <a:p>
            <a:fld id="{DC0A20E7-482B-4EE5-B06E-7C674C19B735}" type="datetimeFigureOut">
              <a:rPr lang="ru-RU" smtClean="0"/>
              <a:t>27.09.2021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03" tIns="45651" rIns="91303" bIns="45651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927" y="4715194"/>
            <a:ext cx="5437822" cy="4467860"/>
          </a:xfrm>
          <a:prstGeom prst="rect">
            <a:avLst/>
          </a:prstGeom>
        </p:spPr>
        <p:txBody>
          <a:bodyPr vert="horz" lIns="91303" tIns="45651" rIns="91303" bIns="45651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1" y="9430387"/>
            <a:ext cx="2946346" cy="496253"/>
          </a:xfrm>
          <a:prstGeom prst="rect">
            <a:avLst/>
          </a:prstGeom>
        </p:spPr>
        <p:txBody>
          <a:bodyPr vert="horz" lIns="91303" tIns="45651" rIns="91303" bIns="45651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49744" y="9430387"/>
            <a:ext cx="2946345" cy="496253"/>
          </a:xfrm>
          <a:prstGeom prst="rect">
            <a:avLst/>
          </a:prstGeom>
        </p:spPr>
        <p:txBody>
          <a:bodyPr vert="horz" lIns="91303" tIns="45651" rIns="91303" bIns="45651" rtlCol="0" anchor="b"/>
          <a:lstStyle>
            <a:lvl1pPr algn="r">
              <a:defRPr sz="1200"/>
            </a:lvl1pPr>
          </a:lstStyle>
          <a:p>
            <a:fld id="{A8996B2D-3AB6-4643-A396-7E5CFD0290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3564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jpg"/><Relationship Id="rId4" Type="http://schemas.openxmlformats.org/officeDocument/2006/relationships/image" Target="../media/image5.jpeg"/><Relationship Id="rId5" Type="http://schemas.openxmlformats.org/officeDocument/2006/relationships/image" Target="../media/image6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cover_image22.png"/><Relationship Id="rId3" Type="http://schemas.openxmlformats.org/officeDocument/2006/relationships/image" Target="../media/cover_image2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cover_image21.jpeg"/><Relationship Id="rId3" Type="http://schemas.openxmlformats.org/officeDocument/2006/relationships/image" Target="../media/cover_image2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cover_image10_c.jpeg"/><Relationship Id="rId3" Type="http://schemas.openxmlformats.org/officeDocument/2006/relationships/image" Target="../media/cover_image2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cover_image9_c.jpeg"/><Relationship Id="rId3" Type="http://schemas.openxmlformats.org/officeDocument/2006/relationships/image" Target="../media/cover_image2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cover_image15.jpeg"/><Relationship Id="rId3" Type="http://schemas.openxmlformats.org/officeDocument/2006/relationships/image" Target="../media/cover_image16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cover_image14.jpeg"/><Relationship Id="rId3" Type="http://schemas.openxmlformats.org/officeDocument/2006/relationships/image" Target="../media/cover_image2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cover_image6.jpeg"/><Relationship Id="rId3" Type="http://schemas.openxmlformats.org/officeDocument/2006/relationships/image" Target="../media/cover_image2.emf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cover_image5.jpeg"/><Relationship Id="rId3" Type="http://schemas.openxmlformats.org/officeDocument/2006/relationships/image" Target="../media/cover_image2.emf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cover_image20.jpeg"/><Relationship Id="rId3" Type="http://schemas.openxmlformats.org/officeDocument/2006/relationships/image" Target="../media/cover_image2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cover_image19_c.jpeg"/><Relationship Id="rId3" Type="http://schemas.openxmlformats.org/officeDocument/2006/relationships/image" Target="../media/cover_image2.emf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cover_image18.png"/><Relationship Id="rId3" Type="http://schemas.openxmlformats.org/officeDocument/2006/relationships/image" Target="../media/cover_image2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cover_image17.jpeg"/><Relationship Id="rId3" Type="http://schemas.openxmlformats.org/officeDocument/2006/relationships/image" Target="../media/cover_image2.emf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cover_image11.jpeg"/><Relationship Id="rId3" Type="http://schemas.openxmlformats.org/officeDocument/2006/relationships/image" Target="../media/cover_image2.emf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cover_image1.jpeg"/><Relationship Id="rId3" Type="http://schemas.openxmlformats.org/officeDocument/2006/relationships/image" Target="../media/cover_image2.emf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cover_image8_c.jpeg"/><Relationship Id="rId3" Type="http://schemas.openxmlformats.org/officeDocument/2006/relationships/image" Target="../media/cover_image2.emf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cover_image7.jpeg"/><Relationship Id="rId3" Type="http://schemas.openxmlformats.org/officeDocument/2006/relationships/image" Target="../media/cover_image2.emf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cover_image2.emf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cover_image12.png"/><Relationship Id="rId3" Type="http://schemas.openxmlformats.org/officeDocument/2006/relationships/image" Target="../media/cover_image13.svg"/><Relationship Id="rId4" Type="http://schemas.openxmlformats.org/officeDocument/2006/relationships/image" Target="../media/cover_image2.emf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cover_image3_c.jpeg"/><Relationship Id="rId3" Type="http://schemas.openxmlformats.org/officeDocument/2006/relationships/image" Target="../media/cover_image2.emf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cover_image4.jpeg"/><Relationship Id="rId3" Type="http://schemas.openxmlformats.org/officeDocument/2006/relationships/image" Target="../media/cover_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TB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5D8AE636-2DEE-49EA-83CC-C0066B7DE972}"/>
              </a:ext>
            </a:extLst>
          </p:cNvPr>
          <p:cNvSpPr/>
          <p:nvPr userDrawn="1"/>
        </p:nvSpPr>
        <p:spPr>
          <a:xfrm>
            <a:off x="11032337" y="6432551"/>
            <a:ext cx="1159663" cy="378704"/>
          </a:xfrm>
          <a:custGeom>
            <a:avLst/>
            <a:gdLst>
              <a:gd name="connsiteX0" fmla="*/ 133516 w 1159663"/>
              <a:gd name="connsiteY0" fmla="*/ 0 h 378704"/>
              <a:gd name="connsiteX1" fmla="*/ 1159663 w 1159663"/>
              <a:gd name="connsiteY1" fmla="*/ 0 h 378704"/>
              <a:gd name="connsiteX2" fmla="*/ 1159663 w 1159663"/>
              <a:gd name="connsiteY2" fmla="*/ 378704 h 378704"/>
              <a:gd name="connsiteX3" fmla="*/ 0 w 1159663"/>
              <a:gd name="connsiteY3" fmla="*/ 378704 h 378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9663" h="378704">
                <a:moveTo>
                  <a:pt x="133516" y="0"/>
                </a:moveTo>
                <a:lnTo>
                  <a:pt x="1159663" y="0"/>
                </a:lnTo>
                <a:lnTo>
                  <a:pt x="1159663" y="378704"/>
                </a:lnTo>
                <a:lnTo>
                  <a:pt x="0" y="378704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4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1" name="Номер слайда 3">
            <a:extLst>
              <a:ext uri="{FF2B5EF4-FFF2-40B4-BE49-F238E27FC236}">
                <a16:creationId xmlns:a16="http://schemas.microsoft.com/office/drawing/2014/main" id="{A8D8CCBB-60F1-421E-BD7C-5B2872A3F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0352" y="6437938"/>
            <a:ext cx="5096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fld id="{7E1A2DEA-0812-41F9-88C5-48F7F643210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9" name="Текст 17">
            <a:extLst>
              <a:ext uri="{FF2B5EF4-FFF2-40B4-BE49-F238E27FC236}">
                <a16:creationId xmlns:a16="http://schemas.microsoft.com/office/drawing/2014/main" id="{4629834B-CBAD-4093-ABCE-9690483BEA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6" y="6354977"/>
            <a:ext cx="6096000" cy="323165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Примечание: текст примечание</a:t>
            </a:r>
            <a:b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Источник: ссылка на источник</a:t>
            </a: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8B36158A-9AEE-0840-82F5-4E223837A1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74924"/>
            <a:ext cx="9583505" cy="86177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ct val="100000"/>
              </a:lnSpc>
              <a:defRPr b="0" i="0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grpSp>
        <p:nvGrpSpPr>
          <p:cNvPr id="20" name="Group 17">
            <a:extLst>
              <a:ext uri="{FF2B5EF4-FFF2-40B4-BE49-F238E27FC236}">
                <a16:creationId xmlns:a16="http://schemas.microsoft.com/office/drawing/2014/main" id="{943DB7EB-0F6B-5245-9DA9-BA0E027BB20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11203" y="355612"/>
            <a:ext cx="1401792" cy="500399"/>
            <a:chOff x="4138328" y="2729353"/>
            <a:chExt cx="3915342" cy="1397663"/>
          </a:xfrm>
        </p:grpSpPr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CCB37B5B-A220-1742-86B8-8142A4018641}"/>
                </a:ext>
              </a:extLst>
            </p:cNvPr>
            <p:cNvSpPr/>
            <p:nvPr/>
          </p:nvSpPr>
          <p:spPr>
            <a:xfrm>
              <a:off x="4337924" y="2729353"/>
              <a:ext cx="990648" cy="182445"/>
            </a:xfrm>
            <a:custGeom>
              <a:avLst/>
              <a:gdLst>
                <a:gd name="connsiteX0" fmla="*/ 66804 w 990648"/>
                <a:gd name="connsiteY0" fmla="*/ 0 h 182445"/>
                <a:gd name="connsiteX1" fmla="*/ 0 w 990648"/>
                <a:gd name="connsiteY1" fmla="*/ 182446 h 182445"/>
                <a:gd name="connsiteX2" fmla="*/ 923845 w 990648"/>
                <a:gd name="connsiteY2" fmla="*/ 182446 h 182445"/>
                <a:gd name="connsiteX3" fmla="*/ 990649 w 990648"/>
                <a:gd name="connsiteY3" fmla="*/ 0 h 182445"/>
                <a:gd name="connsiteX4" fmla="*/ 66804 w 990648"/>
                <a:gd name="connsiteY4" fmla="*/ 0 h 182445"/>
                <a:gd name="connsiteX5" fmla="*/ 66804 w 990648"/>
                <a:gd name="connsiteY5" fmla="*/ 0 h 182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648" h="182445">
                  <a:moveTo>
                    <a:pt x="66804" y="0"/>
                  </a:moveTo>
                  <a:lnTo>
                    <a:pt x="0" y="182446"/>
                  </a:lnTo>
                  <a:lnTo>
                    <a:pt x="923845" y="182446"/>
                  </a:lnTo>
                  <a:lnTo>
                    <a:pt x="990649" y="0"/>
                  </a:lnTo>
                  <a:lnTo>
                    <a:pt x="66804" y="0"/>
                  </a:lnTo>
                  <a:lnTo>
                    <a:pt x="66804" y="0"/>
                  </a:lnTo>
                  <a:close/>
                </a:path>
              </a:pathLst>
            </a:custGeom>
            <a:solidFill>
              <a:schemeClr val="accent4"/>
            </a:solidFill>
            <a:ln w="81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B3CB563C-DFC1-C04E-B23D-BBAC16E93F64}"/>
                </a:ext>
              </a:extLst>
            </p:cNvPr>
            <p:cNvSpPr/>
            <p:nvPr/>
          </p:nvSpPr>
          <p:spPr>
            <a:xfrm>
              <a:off x="5524910" y="3007094"/>
              <a:ext cx="2528760" cy="1119922"/>
            </a:xfrm>
            <a:custGeom>
              <a:avLst/>
              <a:gdLst>
                <a:gd name="connsiteX0" fmla="*/ 578421 w 2528760"/>
                <a:gd name="connsiteY0" fmla="*/ 522902 h 1119922"/>
                <a:gd name="connsiteX1" fmla="*/ 578421 w 2528760"/>
                <a:gd name="connsiteY1" fmla="*/ 526974 h 1119922"/>
                <a:gd name="connsiteX2" fmla="*/ 681886 w 2528760"/>
                <a:gd name="connsiteY2" fmla="*/ 587247 h 1119922"/>
                <a:gd name="connsiteX3" fmla="*/ 776388 w 2528760"/>
                <a:gd name="connsiteY3" fmla="*/ 806344 h 1119922"/>
                <a:gd name="connsiteX4" fmla="*/ 562943 w 2528760"/>
                <a:gd name="connsiteY4" fmla="*/ 1104447 h 1119922"/>
                <a:gd name="connsiteX5" fmla="*/ 401636 w 2528760"/>
                <a:gd name="connsiteY5" fmla="*/ 1119923 h 1119922"/>
                <a:gd name="connsiteX6" fmla="*/ 0 w 2528760"/>
                <a:gd name="connsiteY6" fmla="*/ 1119923 h 1119922"/>
                <a:gd name="connsiteX7" fmla="*/ 0 w 2528760"/>
                <a:gd name="connsiteY7" fmla="*/ 0 h 1119922"/>
                <a:gd name="connsiteX8" fmla="*/ 355200 w 2528760"/>
                <a:gd name="connsiteY8" fmla="*/ 0 h 1119922"/>
                <a:gd name="connsiteX9" fmla="*/ 522209 w 2528760"/>
                <a:gd name="connsiteY9" fmla="*/ 15475 h 1119922"/>
                <a:gd name="connsiteX10" fmla="*/ 735654 w 2528760"/>
                <a:gd name="connsiteY10" fmla="*/ 280999 h 1119922"/>
                <a:gd name="connsiteX11" fmla="*/ 664777 w 2528760"/>
                <a:gd name="connsiteY11" fmla="*/ 462630 h 1119922"/>
                <a:gd name="connsiteX12" fmla="*/ 578421 w 2528760"/>
                <a:gd name="connsiteY12" fmla="*/ 522902 h 1119922"/>
                <a:gd name="connsiteX13" fmla="*/ 578421 w 2528760"/>
                <a:gd name="connsiteY13" fmla="*/ 522902 h 1119922"/>
                <a:gd name="connsiteX14" fmla="*/ 223222 w 2528760"/>
                <a:gd name="connsiteY14" fmla="*/ 641003 h 1119922"/>
                <a:gd name="connsiteX15" fmla="*/ 223222 w 2528760"/>
                <a:gd name="connsiteY15" fmla="*/ 935034 h 1119922"/>
                <a:gd name="connsiteX16" fmla="*/ 377196 w 2528760"/>
                <a:gd name="connsiteY16" fmla="*/ 935034 h 1119922"/>
                <a:gd name="connsiteX17" fmla="*/ 496139 w 2528760"/>
                <a:gd name="connsiteY17" fmla="*/ 902454 h 1119922"/>
                <a:gd name="connsiteX18" fmla="*/ 540132 w 2528760"/>
                <a:gd name="connsiteY18" fmla="*/ 788426 h 1119922"/>
                <a:gd name="connsiteX19" fmla="*/ 511618 w 2528760"/>
                <a:gd name="connsiteY19" fmla="*/ 691501 h 1119922"/>
                <a:gd name="connsiteX20" fmla="*/ 369864 w 2528760"/>
                <a:gd name="connsiteY20" fmla="*/ 641003 h 1119922"/>
                <a:gd name="connsiteX21" fmla="*/ 223222 w 2528760"/>
                <a:gd name="connsiteY21" fmla="*/ 641003 h 1119922"/>
                <a:gd name="connsiteX22" fmla="*/ 223222 w 2528760"/>
                <a:gd name="connsiteY22" fmla="*/ 641003 h 1119922"/>
                <a:gd name="connsiteX23" fmla="*/ 220778 w 2528760"/>
                <a:gd name="connsiteY23" fmla="*/ 447155 h 1119922"/>
                <a:gd name="connsiteX24" fmla="*/ 345423 w 2528760"/>
                <a:gd name="connsiteY24" fmla="*/ 447155 h 1119922"/>
                <a:gd name="connsiteX25" fmla="*/ 422003 w 2528760"/>
                <a:gd name="connsiteY25" fmla="*/ 441453 h 1119922"/>
                <a:gd name="connsiteX26" fmla="*/ 506730 w 2528760"/>
                <a:gd name="connsiteY26" fmla="*/ 316022 h 1119922"/>
                <a:gd name="connsiteX27" fmla="*/ 422003 w 2528760"/>
                <a:gd name="connsiteY27" fmla="*/ 192219 h 1119922"/>
                <a:gd name="connsiteX28" fmla="*/ 337277 w 2528760"/>
                <a:gd name="connsiteY28" fmla="*/ 184074 h 1119922"/>
                <a:gd name="connsiteX29" fmla="*/ 219963 w 2528760"/>
                <a:gd name="connsiteY29" fmla="*/ 184074 h 1119922"/>
                <a:gd name="connsiteX30" fmla="*/ 219963 w 2528760"/>
                <a:gd name="connsiteY30" fmla="*/ 447155 h 1119922"/>
                <a:gd name="connsiteX31" fmla="*/ 220778 w 2528760"/>
                <a:gd name="connsiteY31" fmla="*/ 447155 h 1119922"/>
                <a:gd name="connsiteX32" fmla="*/ 1110406 w 2528760"/>
                <a:gd name="connsiteY32" fmla="*/ 1119108 h 1119922"/>
                <a:gd name="connsiteX33" fmla="*/ 1110406 w 2528760"/>
                <a:gd name="connsiteY33" fmla="*/ 187333 h 1119922"/>
                <a:gd name="connsiteX34" fmla="*/ 789423 w 2528760"/>
                <a:gd name="connsiteY34" fmla="*/ 187333 h 1119922"/>
                <a:gd name="connsiteX35" fmla="*/ 789423 w 2528760"/>
                <a:gd name="connsiteY35" fmla="*/ 0 h 1119922"/>
                <a:gd name="connsiteX36" fmla="*/ 1680681 w 2528760"/>
                <a:gd name="connsiteY36" fmla="*/ 0 h 1119922"/>
                <a:gd name="connsiteX37" fmla="*/ 1617136 w 2528760"/>
                <a:gd name="connsiteY37" fmla="*/ 187333 h 1119922"/>
                <a:gd name="connsiteX38" fmla="*/ 1332813 w 2528760"/>
                <a:gd name="connsiteY38" fmla="*/ 187333 h 1119922"/>
                <a:gd name="connsiteX39" fmla="*/ 1332813 w 2528760"/>
                <a:gd name="connsiteY39" fmla="*/ 1118294 h 1119922"/>
                <a:gd name="connsiteX40" fmla="*/ 1110406 w 2528760"/>
                <a:gd name="connsiteY40" fmla="*/ 1118294 h 1119922"/>
                <a:gd name="connsiteX41" fmla="*/ 1110406 w 2528760"/>
                <a:gd name="connsiteY41" fmla="*/ 1119108 h 1119922"/>
                <a:gd name="connsiteX42" fmla="*/ 1749929 w 2528760"/>
                <a:gd name="connsiteY42" fmla="*/ 1119108 h 1119922"/>
                <a:gd name="connsiteX43" fmla="*/ 1749929 w 2528760"/>
                <a:gd name="connsiteY43" fmla="*/ 0 h 1119922"/>
                <a:gd name="connsiteX44" fmla="*/ 2472548 w 2528760"/>
                <a:gd name="connsiteY44" fmla="*/ 0 h 1119922"/>
                <a:gd name="connsiteX45" fmla="*/ 2409003 w 2528760"/>
                <a:gd name="connsiteY45" fmla="*/ 187333 h 1119922"/>
                <a:gd name="connsiteX46" fmla="*/ 1970706 w 2528760"/>
                <a:gd name="connsiteY46" fmla="*/ 187333 h 1119922"/>
                <a:gd name="connsiteX47" fmla="*/ 1970706 w 2528760"/>
                <a:gd name="connsiteY47" fmla="*/ 434937 h 1119922"/>
                <a:gd name="connsiteX48" fmla="*/ 2149121 w 2528760"/>
                <a:gd name="connsiteY48" fmla="*/ 434937 h 1119922"/>
                <a:gd name="connsiteX49" fmla="*/ 2419594 w 2528760"/>
                <a:gd name="connsiteY49" fmla="*/ 513943 h 1119922"/>
                <a:gd name="connsiteX50" fmla="*/ 2528761 w 2528760"/>
                <a:gd name="connsiteY50" fmla="*/ 779466 h 1119922"/>
                <a:gd name="connsiteX51" fmla="*/ 2398412 w 2528760"/>
                <a:gd name="connsiteY51" fmla="*/ 1056393 h 1119922"/>
                <a:gd name="connsiteX52" fmla="*/ 2108387 w 2528760"/>
                <a:gd name="connsiteY52" fmla="*/ 1118294 h 1119922"/>
                <a:gd name="connsiteX53" fmla="*/ 1749929 w 2528760"/>
                <a:gd name="connsiteY53" fmla="*/ 1118294 h 1119922"/>
                <a:gd name="connsiteX54" fmla="*/ 1749929 w 2528760"/>
                <a:gd name="connsiteY54" fmla="*/ 1119108 h 1119922"/>
                <a:gd name="connsiteX55" fmla="*/ 1970706 w 2528760"/>
                <a:gd name="connsiteY55" fmla="*/ 930961 h 1119922"/>
                <a:gd name="connsiteX56" fmla="*/ 2137715 w 2528760"/>
                <a:gd name="connsiteY56" fmla="*/ 930961 h 1119922"/>
                <a:gd name="connsiteX57" fmla="*/ 2266434 w 2528760"/>
                <a:gd name="connsiteY57" fmla="*/ 880463 h 1119922"/>
                <a:gd name="connsiteX58" fmla="*/ 2299021 w 2528760"/>
                <a:gd name="connsiteY58" fmla="*/ 773765 h 1119922"/>
                <a:gd name="connsiteX59" fmla="*/ 2241179 w 2528760"/>
                <a:gd name="connsiteY59" fmla="*/ 645890 h 1119922"/>
                <a:gd name="connsiteX60" fmla="*/ 2135271 w 2528760"/>
                <a:gd name="connsiteY60" fmla="*/ 619012 h 1119922"/>
                <a:gd name="connsiteX61" fmla="*/ 1969892 w 2528760"/>
                <a:gd name="connsiteY61" fmla="*/ 619012 h 1119922"/>
                <a:gd name="connsiteX62" fmla="*/ 1969892 w 2528760"/>
                <a:gd name="connsiteY62" fmla="*/ 930961 h 1119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2528760" h="1119922">
                  <a:moveTo>
                    <a:pt x="578421" y="522902"/>
                  </a:moveTo>
                  <a:lnTo>
                    <a:pt x="578421" y="526974"/>
                  </a:lnTo>
                  <a:cubicBezTo>
                    <a:pt x="620785" y="542450"/>
                    <a:pt x="660704" y="569328"/>
                    <a:pt x="681886" y="587247"/>
                  </a:cubicBezTo>
                  <a:cubicBezTo>
                    <a:pt x="747060" y="641818"/>
                    <a:pt x="776388" y="712678"/>
                    <a:pt x="776388" y="806344"/>
                  </a:cubicBezTo>
                  <a:cubicBezTo>
                    <a:pt x="776388" y="959468"/>
                    <a:pt x="695735" y="1069424"/>
                    <a:pt x="562943" y="1104447"/>
                  </a:cubicBezTo>
                  <a:cubicBezTo>
                    <a:pt x="522209" y="1115850"/>
                    <a:pt x="480660" y="1119923"/>
                    <a:pt x="401636" y="1119923"/>
                  </a:cubicBezTo>
                  <a:lnTo>
                    <a:pt x="0" y="1119923"/>
                  </a:lnTo>
                  <a:lnTo>
                    <a:pt x="0" y="0"/>
                  </a:lnTo>
                  <a:lnTo>
                    <a:pt x="355200" y="0"/>
                  </a:lnTo>
                  <a:cubicBezTo>
                    <a:pt x="428521" y="0"/>
                    <a:pt x="478216" y="4072"/>
                    <a:pt x="522209" y="15475"/>
                  </a:cubicBezTo>
                  <a:cubicBezTo>
                    <a:pt x="650928" y="50498"/>
                    <a:pt x="735654" y="139277"/>
                    <a:pt x="735654" y="280999"/>
                  </a:cubicBezTo>
                  <a:cubicBezTo>
                    <a:pt x="735654" y="356746"/>
                    <a:pt x="708770" y="420276"/>
                    <a:pt x="664777" y="462630"/>
                  </a:cubicBezTo>
                  <a:cubicBezTo>
                    <a:pt x="645225" y="482178"/>
                    <a:pt x="618341" y="504983"/>
                    <a:pt x="578421" y="522902"/>
                  </a:cubicBezTo>
                  <a:lnTo>
                    <a:pt x="578421" y="522902"/>
                  </a:lnTo>
                  <a:close/>
                  <a:moveTo>
                    <a:pt x="223222" y="641003"/>
                  </a:moveTo>
                  <a:lnTo>
                    <a:pt x="223222" y="935034"/>
                  </a:lnTo>
                  <a:lnTo>
                    <a:pt x="377196" y="935034"/>
                  </a:lnTo>
                  <a:cubicBezTo>
                    <a:pt x="423633" y="935034"/>
                    <a:pt x="465181" y="930961"/>
                    <a:pt x="496139" y="902454"/>
                  </a:cubicBezTo>
                  <a:cubicBezTo>
                    <a:pt x="527097" y="873132"/>
                    <a:pt x="540132" y="836480"/>
                    <a:pt x="540132" y="788426"/>
                  </a:cubicBezTo>
                  <a:cubicBezTo>
                    <a:pt x="540132" y="751774"/>
                    <a:pt x="530355" y="716751"/>
                    <a:pt x="511618" y="691501"/>
                  </a:cubicBezTo>
                  <a:cubicBezTo>
                    <a:pt x="479031" y="650777"/>
                    <a:pt x="438297" y="641003"/>
                    <a:pt x="369864" y="641003"/>
                  </a:cubicBezTo>
                  <a:lnTo>
                    <a:pt x="223222" y="641003"/>
                  </a:lnTo>
                  <a:lnTo>
                    <a:pt x="223222" y="641003"/>
                  </a:lnTo>
                  <a:close/>
                  <a:moveTo>
                    <a:pt x="220778" y="447155"/>
                  </a:moveTo>
                  <a:lnTo>
                    <a:pt x="345423" y="447155"/>
                  </a:lnTo>
                  <a:cubicBezTo>
                    <a:pt x="383713" y="447155"/>
                    <a:pt x="403266" y="447155"/>
                    <a:pt x="422003" y="441453"/>
                  </a:cubicBezTo>
                  <a:cubicBezTo>
                    <a:pt x="474143" y="425978"/>
                    <a:pt x="506730" y="379552"/>
                    <a:pt x="506730" y="316022"/>
                  </a:cubicBezTo>
                  <a:cubicBezTo>
                    <a:pt x="506730" y="240274"/>
                    <a:pt x="472513" y="207695"/>
                    <a:pt x="422003" y="192219"/>
                  </a:cubicBezTo>
                  <a:cubicBezTo>
                    <a:pt x="400822" y="186518"/>
                    <a:pt x="379640" y="184074"/>
                    <a:pt x="337277" y="184074"/>
                  </a:cubicBezTo>
                  <a:lnTo>
                    <a:pt x="219963" y="184074"/>
                  </a:lnTo>
                  <a:lnTo>
                    <a:pt x="219963" y="447155"/>
                  </a:lnTo>
                  <a:lnTo>
                    <a:pt x="220778" y="447155"/>
                  </a:lnTo>
                  <a:close/>
                  <a:moveTo>
                    <a:pt x="1110406" y="1119108"/>
                  </a:moveTo>
                  <a:lnTo>
                    <a:pt x="1110406" y="187333"/>
                  </a:lnTo>
                  <a:lnTo>
                    <a:pt x="789423" y="187333"/>
                  </a:lnTo>
                  <a:lnTo>
                    <a:pt x="789423" y="0"/>
                  </a:lnTo>
                  <a:lnTo>
                    <a:pt x="1680681" y="0"/>
                  </a:lnTo>
                  <a:lnTo>
                    <a:pt x="1617136" y="187333"/>
                  </a:lnTo>
                  <a:lnTo>
                    <a:pt x="1332813" y="187333"/>
                  </a:lnTo>
                  <a:lnTo>
                    <a:pt x="1332813" y="1118294"/>
                  </a:lnTo>
                  <a:lnTo>
                    <a:pt x="1110406" y="1118294"/>
                  </a:lnTo>
                  <a:lnTo>
                    <a:pt x="1110406" y="1119108"/>
                  </a:lnTo>
                  <a:close/>
                  <a:moveTo>
                    <a:pt x="1749929" y="1119108"/>
                  </a:moveTo>
                  <a:lnTo>
                    <a:pt x="1749929" y="0"/>
                  </a:lnTo>
                  <a:lnTo>
                    <a:pt x="2472548" y="0"/>
                  </a:lnTo>
                  <a:lnTo>
                    <a:pt x="2409003" y="187333"/>
                  </a:lnTo>
                  <a:lnTo>
                    <a:pt x="1970706" y="187333"/>
                  </a:lnTo>
                  <a:lnTo>
                    <a:pt x="1970706" y="434937"/>
                  </a:lnTo>
                  <a:lnTo>
                    <a:pt x="2149121" y="434937"/>
                  </a:lnTo>
                  <a:cubicBezTo>
                    <a:pt x="2293319" y="434937"/>
                    <a:pt x="2368269" y="469960"/>
                    <a:pt x="2419594" y="513943"/>
                  </a:cubicBezTo>
                  <a:cubicBezTo>
                    <a:pt x="2460328" y="548966"/>
                    <a:pt x="2528761" y="626342"/>
                    <a:pt x="2528761" y="779466"/>
                  </a:cubicBezTo>
                  <a:cubicBezTo>
                    <a:pt x="2528761" y="930147"/>
                    <a:pt x="2457883" y="1014039"/>
                    <a:pt x="2398412" y="1056393"/>
                  </a:cubicBezTo>
                  <a:cubicBezTo>
                    <a:pt x="2329164" y="1104447"/>
                    <a:pt x="2256658" y="1118294"/>
                    <a:pt x="2108387" y="1118294"/>
                  </a:cubicBezTo>
                  <a:lnTo>
                    <a:pt x="1749929" y="1118294"/>
                  </a:lnTo>
                  <a:lnTo>
                    <a:pt x="1749929" y="1119108"/>
                  </a:lnTo>
                  <a:close/>
                  <a:moveTo>
                    <a:pt x="1970706" y="930961"/>
                  </a:moveTo>
                  <a:lnTo>
                    <a:pt x="2137715" y="930961"/>
                  </a:lnTo>
                  <a:cubicBezTo>
                    <a:pt x="2201260" y="930961"/>
                    <a:pt x="2239550" y="915486"/>
                    <a:pt x="2266434" y="880463"/>
                  </a:cubicBezTo>
                  <a:cubicBezTo>
                    <a:pt x="2280284" y="863359"/>
                    <a:pt x="2299021" y="832408"/>
                    <a:pt x="2299021" y="773765"/>
                  </a:cubicBezTo>
                  <a:cubicBezTo>
                    <a:pt x="2299021" y="715936"/>
                    <a:pt x="2279469" y="675212"/>
                    <a:pt x="2241179" y="645890"/>
                  </a:cubicBezTo>
                  <a:cubicBezTo>
                    <a:pt x="2218368" y="628786"/>
                    <a:pt x="2187411" y="619012"/>
                    <a:pt x="2135271" y="619012"/>
                  </a:cubicBezTo>
                  <a:lnTo>
                    <a:pt x="1969892" y="619012"/>
                  </a:lnTo>
                  <a:lnTo>
                    <a:pt x="1969892" y="930961"/>
                  </a:lnTo>
                  <a:close/>
                </a:path>
              </a:pathLst>
            </a:custGeom>
            <a:solidFill>
              <a:schemeClr val="accent1"/>
            </a:solidFill>
            <a:ln w="81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D60DE091-C7DD-A44B-A27D-F497C159087D}"/>
                </a:ext>
              </a:extLst>
            </p:cNvPr>
            <p:cNvSpPr/>
            <p:nvPr/>
          </p:nvSpPr>
          <p:spPr>
            <a:xfrm>
              <a:off x="4238534" y="3003836"/>
              <a:ext cx="990648" cy="182445"/>
            </a:xfrm>
            <a:custGeom>
              <a:avLst/>
              <a:gdLst>
                <a:gd name="connsiteX0" fmla="*/ 65989 w 990648"/>
                <a:gd name="connsiteY0" fmla="*/ 0 h 182445"/>
                <a:gd name="connsiteX1" fmla="*/ 0 w 990648"/>
                <a:gd name="connsiteY1" fmla="*/ 182446 h 182445"/>
                <a:gd name="connsiteX2" fmla="*/ 923845 w 990648"/>
                <a:gd name="connsiteY2" fmla="*/ 182446 h 182445"/>
                <a:gd name="connsiteX3" fmla="*/ 990649 w 990648"/>
                <a:gd name="connsiteY3" fmla="*/ 0 h 182445"/>
                <a:gd name="connsiteX4" fmla="*/ 65989 w 990648"/>
                <a:gd name="connsiteY4" fmla="*/ 0 h 182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0648" h="182445">
                  <a:moveTo>
                    <a:pt x="65989" y="0"/>
                  </a:moveTo>
                  <a:lnTo>
                    <a:pt x="0" y="182446"/>
                  </a:lnTo>
                  <a:lnTo>
                    <a:pt x="923845" y="182446"/>
                  </a:lnTo>
                  <a:lnTo>
                    <a:pt x="990649" y="0"/>
                  </a:lnTo>
                  <a:lnTo>
                    <a:pt x="65989" y="0"/>
                  </a:lnTo>
                  <a:close/>
                </a:path>
              </a:pathLst>
            </a:custGeom>
            <a:solidFill>
              <a:schemeClr val="accent4"/>
            </a:solidFill>
            <a:ln w="81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" name="Freeform 21">
              <a:extLst>
                <a:ext uri="{FF2B5EF4-FFF2-40B4-BE49-F238E27FC236}">
                  <a16:creationId xmlns:a16="http://schemas.microsoft.com/office/drawing/2014/main" id="{8BE97A39-BD24-3E4F-AF03-43FE1C0155B5}"/>
                </a:ext>
              </a:extLst>
            </p:cNvPr>
            <p:cNvSpPr/>
            <p:nvPr/>
          </p:nvSpPr>
          <p:spPr>
            <a:xfrm>
              <a:off x="4138328" y="3277504"/>
              <a:ext cx="990648" cy="182445"/>
            </a:xfrm>
            <a:custGeom>
              <a:avLst/>
              <a:gdLst>
                <a:gd name="connsiteX0" fmla="*/ 66804 w 990648"/>
                <a:gd name="connsiteY0" fmla="*/ 0 h 182445"/>
                <a:gd name="connsiteX1" fmla="*/ 0 w 990648"/>
                <a:gd name="connsiteY1" fmla="*/ 182446 h 182445"/>
                <a:gd name="connsiteX2" fmla="*/ 923845 w 990648"/>
                <a:gd name="connsiteY2" fmla="*/ 182446 h 182445"/>
                <a:gd name="connsiteX3" fmla="*/ 990648 w 990648"/>
                <a:gd name="connsiteY3" fmla="*/ 0 h 182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0648" h="182445">
                  <a:moveTo>
                    <a:pt x="66804" y="0"/>
                  </a:moveTo>
                  <a:lnTo>
                    <a:pt x="0" y="182446"/>
                  </a:lnTo>
                  <a:lnTo>
                    <a:pt x="923845" y="182446"/>
                  </a:lnTo>
                  <a:lnTo>
                    <a:pt x="990648" y="0"/>
                  </a:lnTo>
                  <a:close/>
                </a:path>
              </a:pathLst>
            </a:custGeom>
            <a:solidFill>
              <a:schemeClr val="accent4"/>
            </a:solidFill>
            <a:ln w="81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943825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TB Content Photo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538C574-7646-4401-A97D-FE79C1A54B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9175" y="1"/>
            <a:ext cx="7362825" cy="6874041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5893326-1150-48FF-AB96-9A85D9FF3D72}"/>
              </a:ext>
            </a:extLst>
          </p:cNvPr>
          <p:cNvSpPr/>
          <p:nvPr userDrawn="1"/>
        </p:nvSpPr>
        <p:spPr>
          <a:xfrm>
            <a:off x="0" y="16042"/>
            <a:ext cx="11395328" cy="6858000"/>
          </a:xfrm>
          <a:prstGeom prst="rect">
            <a:avLst/>
          </a:prstGeom>
          <a:gradFill>
            <a:gsLst>
              <a:gs pos="70000">
                <a:srgbClr val="FFFFFF">
                  <a:alpha val="47000"/>
                </a:srgbClr>
              </a:gs>
              <a:gs pos="46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6350">
            <a:noFill/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5D8AE636-2DEE-49EA-83CC-C0066B7DE972}"/>
              </a:ext>
            </a:extLst>
          </p:cNvPr>
          <p:cNvSpPr/>
          <p:nvPr userDrawn="1"/>
        </p:nvSpPr>
        <p:spPr>
          <a:xfrm>
            <a:off x="11032337" y="6432551"/>
            <a:ext cx="1159663" cy="378704"/>
          </a:xfrm>
          <a:custGeom>
            <a:avLst/>
            <a:gdLst>
              <a:gd name="connsiteX0" fmla="*/ 133516 w 1159663"/>
              <a:gd name="connsiteY0" fmla="*/ 0 h 378704"/>
              <a:gd name="connsiteX1" fmla="*/ 1159663 w 1159663"/>
              <a:gd name="connsiteY1" fmla="*/ 0 h 378704"/>
              <a:gd name="connsiteX2" fmla="*/ 1159663 w 1159663"/>
              <a:gd name="connsiteY2" fmla="*/ 378704 h 378704"/>
              <a:gd name="connsiteX3" fmla="*/ 0 w 1159663"/>
              <a:gd name="connsiteY3" fmla="*/ 378704 h 378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9663" h="378704">
                <a:moveTo>
                  <a:pt x="133516" y="0"/>
                </a:moveTo>
                <a:lnTo>
                  <a:pt x="1159663" y="0"/>
                </a:lnTo>
                <a:lnTo>
                  <a:pt x="1159663" y="378704"/>
                </a:lnTo>
                <a:lnTo>
                  <a:pt x="0" y="378704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4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1" name="Номер слайда 3">
            <a:extLst>
              <a:ext uri="{FF2B5EF4-FFF2-40B4-BE49-F238E27FC236}">
                <a16:creationId xmlns:a16="http://schemas.microsoft.com/office/drawing/2014/main" id="{A8D8CCBB-60F1-421E-BD7C-5B2872A3F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0352" y="6437938"/>
            <a:ext cx="5096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fld id="{7E1A2DEA-0812-41F9-88C5-48F7F643210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9" name="Текст 17">
            <a:extLst>
              <a:ext uri="{FF2B5EF4-FFF2-40B4-BE49-F238E27FC236}">
                <a16:creationId xmlns:a16="http://schemas.microsoft.com/office/drawing/2014/main" id="{4629834B-CBAD-4093-ABCE-9690483BEA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6" y="6354977"/>
            <a:ext cx="6096000" cy="323165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Примечание: текст примечание</a:t>
            </a:r>
            <a:b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Источник: ссылка на источник</a:t>
            </a: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8B36158A-9AEE-0840-82F5-4E223837A1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74924"/>
            <a:ext cx="9583505" cy="86177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ct val="100000"/>
              </a:lnSpc>
              <a:defRPr b="0" i="0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grpSp>
        <p:nvGrpSpPr>
          <p:cNvPr id="20" name="Group 17">
            <a:extLst>
              <a:ext uri="{FF2B5EF4-FFF2-40B4-BE49-F238E27FC236}">
                <a16:creationId xmlns:a16="http://schemas.microsoft.com/office/drawing/2014/main" id="{943DB7EB-0F6B-5245-9DA9-BA0E027BB20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11203" y="355612"/>
            <a:ext cx="1401792" cy="500399"/>
            <a:chOff x="4138328" y="2729353"/>
            <a:chExt cx="3915342" cy="1397663"/>
          </a:xfrm>
        </p:grpSpPr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CCB37B5B-A220-1742-86B8-8142A4018641}"/>
                </a:ext>
              </a:extLst>
            </p:cNvPr>
            <p:cNvSpPr/>
            <p:nvPr/>
          </p:nvSpPr>
          <p:spPr>
            <a:xfrm>
              <a:off x="4337924" y="2729353"/>
              <a:ext cx="990648" cy="182445"/>
            </a:xfrm>
            <a:custGeom>
              <a:avLst/>
              <a:gdLst>
                <a:gd name="connsiteX0" fmla="*/ 66804 w 990648"/>
                <a:gd name="connsiteY0" fmla="*/ 0 h 182445"/>
                <a:gd name="connsiteX1" fmla="*/ 0 w 990648"/>
                <a:gd name="connsiteY1" fmla="*/ 182446 h 182445"/>
                <a:gd name="connsiteX2" fmla="*/ 923845 w 990648"/>
                <a:gd name="connsiteY2" fmla="*/ 182446 h 182445"/>
                <a:gd name="connsiteX3" fmla="*/ 990649 w 990648"/>
                <a:gd name="connsiteY3" fmla="*/ 0 h 182445"/>
                <a:gd name="connsiteX4" fmla="*/ 66804 w 990648"/>
                <a:gd name="connsiteY4" fmla="*/ 0 h 182445"/>
                <a:gd name="connsiteX5" fmla="*/ 66804 w 990648"/>
                <a:gd name="connsiteY5" fmla="*/ 0 h 182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648" h="182445">
                  <a:moveTo>
                    <a:pt x="66804" y="0"/>
                  </a:moveTo>
                  <a:lnTo>
                    <a:pt x="0" y="182446"/>
                  </a:lnTo>
                  <a:lnTo>
                    <a:pt x="923845" y="182446"/>
                  </a:lnTo>
                  <a:lnTo>
                    <a:pt x="990649" y="0"/>
                  </a:lnTo>
                  <a:lnTo>
                    <a:pt x="66804" y="0"/>
                  </a:lnTo>
                  <a:lnTo>
                    <a:pt x="66804" y="0"/>
                  </a:lnTo>
                  <a:close/>
                </a:path>
              </a:pathLst>
            </a:custGeom>
            <a:solidFill>
              <a:schemeClr val="accent4"/>
            </a:solidFill>
            <a:ln w="81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B3CB563C-DFC1-C04E-B23D-BBAC16E93F64}"/>
                </a:ext>
              </a:extLst>
            </p:cNvPr>
            <p:cNvSpPr/>
            <p:nvPr/>
          </p:nvSpPr>
          <p:spPr>
            <a:xfrm>
              <a:off x="5524910" y="3007094"/>
              <a:ext cx="2528760" cy="1119922"/>
            </a:xfrm>
            <a:custGeom>
              <a:avLst/>
              <a:gdLst>
                <a:gd name="connsiteX0" fmla="*/ 578421 w 2528760"/>
                <a:gd name="connsiteY0" fmla="*/ 522902 h 1119922"/>
                <a:gd name="connsiteX1" fmla="*/ 578421 w 2528760"/>
                <a:gd name="connsiteY1" fmla="*/ 526974 h 1119922"/>
                <a:gd name="connsiteX2" fmla="*/ 681886 w 2528760"/>
                <a:gd name="connsiteY2" fmla="*/ 587247 h 1119922"/>
                <a:gd name="connsiteX3" fmla="*/ 776388 w 2528760"/>
                <a:gd name="connsiteY3" fmla="*/ 806344 h 1119922"/>
                <a:gd name="connsiteX4" fmla="*/ 562943 w 2528760"/>
                <a:gd name="connsiteY4" fmla="*/ 1104447 h 1119922"/>
                <a:gd name="connsiteX5" fmla="*/ 401636 w 2528760"/>
                <a:gd name="connsiteY5" fmla="*/ 1119923 h 1119922"/>
                <a:gd name="connsiteX6" fmla="*/ 0 w 2528760"/>
                <a:gd name="connsiteY6" fmla="*/ 1119923 h 1119922"/>
                <a:gd name="connsiteX7" fmla="*/ 0 w 2528760"/>
                <a:gd name="connsiteY7" fmla="*/ 0 h 1119922"/>
                <a:gd name="connsiteX8" fmla="*/ 355200 w 2528760"/>
                <a:gd name="connsiteY8" fmla="*/ 0 h 1119922"/>
                <a:gd name="connsiteX9" fmla="*/ 522209 w 2528760"/>
                <a:gd name="connsiteY9" fmla="*/ 15475 h 1119922"/>
                <a:gd name="connsiteX10" fmla="*/ 735654 w 2528760"/>
                <a:gd name="connsiteY10" fmla="*/ 280999 h 1119922"/>
                <a:gd name="connsiteX11" fmla="*/ 664777 w 2528760"/>
                <a:gd name="connsiteY11" fmla="*/ 462630 h 1119922"/>
                <a:gd name="connsiteX12" fmla="*/ 578421 w 2528760"/>
                <a:gd name="connsiteY12" fmla="*/ 522902 h 1119922"/>
                <a:gd name="connsiteX13" fmla="*/ 578421 w 2528760"/>
                <a:gd name="connsiteY13" fmla="*/ 522902 h 1119922"/>
                <a:gd name="connsiteX14" fmla="*/ 223222 w 2528760"/>
                <a:gd name="connsiteY14" fmla="*/ 641003 h 1119922"/>
                <a:gd name="connsiteX15" fmla="*/ 223222 w 2528760"/>
                <a:gd name="connsiteY15" fmla="*/ 935034 h 1119922"/>
                <a:gd name="connsiteX16" fmla="*/ 377196 w 2528760"/>
                <a:gd name="connsiteY16" fmla="*/ 935034 h 1119922"/>
                <a:gd name="connsiteX17" fmla="*/ 496139 w 2528760"/>
                <a:gd name="connsiteY17" fmla="*/ 902454 h 1119922"/>
                <a:gd name="connsiteX18" fmla="*/ 540132 w 2528760"/>
                <a:gd name="connsiteY18" fmla="*/ 788426 h 1119922"/>
                <a:gd name="connsiteX19" fmla="*/ 511618 w 2528760"/>
                <a:gd name="connsiteY19" fmla="*/ 691501 h 1119922"/>
                <a:gd name="connsiteX20" fmla="*/ 369864 w 2528760"/>
                <a:gd name="connsiteY20" fmla="*/ 641003 h 1119922"/>
                <a:gd name="connsiteX21" fmla="*/ 223222 w 2528760"/>
                <a:gd name="connsiteY21" fmla="*/ 641003 h 1119922"/>
                <a:gd name="connsiteX22" fmla="*/ 223222 w 2528760"/>
                <a:gd name="connsiteY22" fmla="*/ 641003 h 1119922"/>
                <a:gd name="connsiteX23" fmla="*/ 220778 w 2528760"/>
                <a:gd name="connsiteY23" fmla="*/ 447155 h 1119922"/>
                <a:gd name="connsiteX24" fmla="*/ 345423 w 2528760"/>
                <a:gd name="connsiteY24" fmla="*/ 447155 h 1119922"/>
                <a:gd name="connsiteX25" fmla="*/ 422003 w 2528760"/>
                <a:gd name="connsiteY25" fmla="*/ 441453 h 1119922"/>
                <a:gd name="connsiteX26" fmla="*/ 506730 w 2528760"/>
                <a:gd name="connsiteY26" fmla="*/ 316022 h 1119922"/>
                <a:gd name="connsiteX27" fmla="*/ 422003 w 2528760"/>
                <a:gd name="connsiteY27" fmla="*/ 192219 h 1119922"/>
                <a:gd name="connsiteX28" fmla="*/ 337277 w 2528760"/>
                <a:gd name="connsiteY28" fmla="*/ 184074 h 1119922"/>
                <a:gd name="connsiteX29" fmla="*/ 219963 w 2528760"/>
                <a:gd name="connsiteY29" fmla="*/ 184074 h 1119922"/>
                <a:gd name="connsiteX30" fmla="*/ 219963 w 2528760"/>
                <a:gd name="connsiteY30" fmla="*/ 447155 h 1119922"/>
                <a:gd name="connsiteX31" fmla="*/ 220778 w 2528760"/>
                <a:gd name="connsiteY31" fmla="*/ 447155 h 1119922"/>
                <a:gd name="connsiteX32" fmla="*/ 1110406 w 2528760"/>
                <a:gd name="connsiteY32" fmla="*/ 1119108 h 1119922"/>
                <a:gd name="connsiteX33" fmla="*/ 1110406 w 2528760"/>
                <a:gd name="connsiteY33" fmla="*/ 187333 h 1119922"/>
                <a:gd name="connsiteX34" fmla="*/ 789423 w 2528760"/>
                <a:gd name="connsiteY34" fmla="*/ 187333 h 1119922"/>
                <a:gd name="connsiteX35" fmla="*/ 789423 w 2528760"/>
                <a:gd name="connsiteY35" fmla="*/ 0 h 1119922"/>
                <a:gd name="connsiteX36" fmla="*/ 1680681 w 2528760"/>
                <a:gd name="connsiteY36" fmla="*/ 0 h 1119922"/>
                <a:gd name="connsiteX37" fmla="*/ 1617136 w 2528760"/>
                <a:gd name="connsiteY37" fmla="*/ 187333 h 1119922"/>
                <a:gd name="connsiteX38" fmla="*/ 1332813 w 2528760"/>
                <a:gd name="connsiteY38" fmla="*/ 187333 h 1119922"/>
                <a:gd name="connsiteX39" fmla="*/ 1332813 w 2528760"/>
                <a:gd name="connsiteY39" fmla="*/ 1118294 h 1119922"/>
                <a:gd name="connsiteX40" fmla="*/ 1110406 w 2528760"/>
                <a:gd name="connsiteY40" fmla="*/ 1118294 h 1119922"/>
                <a:gd name="connsiteX41" fmla="*/ 1110406 w 2528760"/>
                <a:gd name="connsiteY41" fmla="*/ 1119108 h 1119922"/>
                <a:gd name="connsiteX42" fmla="*/ 1749929 w 2528760"/>
                <a:gd name="connsiteY42" fmla="*/ 1119108 h 1119922"/>
                <a:gd name="connsiteX43" fmla="*/ 1749929 w 2528760"/>
                <a:gd name="connsiteY43" fmla="*/ 0 h 1119922"/>
                <a:gd name="connsiteX44" fmla="*/ 2472548 w 2528760"/>
                <a:gd name="connsiteY44" fmla="*/ 0 h 1119922"/>
                <a:gd name="connsiteX45" fmla="*/ 2409003 w 2528760"/>
                <a:gd name="connsiteY45" fmla="*/ 187333 h 1119922"/>
                <a:gd name="connsiteX46" fmla="*/ 1970706 w 2528760"/>
                <a:gd name="connsiteY46" fmla="*/ 187333 h 1119922"/>
                <a:gd name="connsiteX47" fmla="*/ 1970706 w 2528760"/>
                <a:gd name="connsiteY47" fmla="*/ 434937 h 1119922"/>
                <a:gd name="connsiteX48" fmla="*/ 2149121 w 2528760"/>
                <a:gd name="connsiteY48" fmla="*/ 434937 h 1119922"/>
                <a:gd name="connsiteX49" fmla="*/ 2419594 w 2528760"/>
                <a:gd name="connsiteY49" fmla="*/ 513943 h 1119922"/>
                <a:gd name="connsiteX50" fmla="*/ 2528761 w 2528760"/>
                <a:gd name="connsiteY50" fmla="*/ 779466 h 1119922"/>
                <a:gd name="connsiteX51" fmla="*/ 2398412 w 2528760"/>
                <a:gd name="connsiteY51" fmla="*/ 1056393 h 1119922"/>
                <a:gd name="connsiteX52" fmla="*/ 2108387 w 2528760"/>
                <a:gd name="connsiteY52" fmla="*/ 1118294 h 1119922"/>
                <a:gd name="connsiteX53" fmla="*/ 1749929 w 2528760"/>
                <a:gd name="connsiteY53" fmla="*/ 1118294 h 1119922"/>
                <a:gd name="connsiteX54" fmla="*/ 1749929 w 2528760"/>
                <a:gd name="connsiteY54" fmla="*/ 1119108 h 1119922"/>
                <a:gd name="connsiteX55" fmla="*/ 1970706 w 2528760"/>
                <a:gd name="connsiteY55" fmla="*/ 930961 h 1119922"/>
                <a:gd name="connsiteX56" fmla="*/ 2137715 w 2528760"/>
                <a:gd name="connsiteY56" fmla="*/ 930961 h 1119922"/>
                <a:gd name="connsiteX57" fmla="*/ 2266434 w 2528760"/>
                <a:gd name="connsiteY57" fmla="*/ 880463 h 1119922"/>
                <a:gd name="connsiteX58" fmla="*/ 2299021 w 2528760"/>
                <a:gd name="connsiteY58" fmla="*/ 773765 h 1119922"/>
                <a:gd name="connsiteX59" fmla="*/ 2241179 w 2528760"/>
                <a:gd name="connsiteY59" fmla="*/ 645890 h 1119922"/>
                <a:gd name="connsiteX60" fmla="*/ 2135271 w 2528760"/>
                <a:gd name="connsiteY60" fmla="*/ 619012 h 1119922"/>
                <a:gd name="connsiteX61" fmla="*/ 1969892 w 2528760"/>
                <a:gd name="connsiteY61" fmla="*/ 619012 h 1119922"/>
                <a:gd name="connsiteX62" fmla="*/ 1969892 w 2528760"/>
                <a:gd name="connsiteY62" fmla="*/ 930961 h 1119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2528760" h="1119922">
                  <a:moveTo>
                    <a:pt x="578421" y="522902"/>
                  </a:moveTo>
                  <a:lnTo>
                    <a:pt x="578421" y="526974"/>
                  </a:lnTo>
                  <a:cubicBezTo>
                    <a:pt x="620785" y="542450"/>
                    <a:pt x="660704" y="569328"/>
                    <a:pt x="681886" y="587247"/>
                  </a:cubicBezTo>
                  <a:cubicBezTo>
                    <a:pt x="747060" y="641818"/>
                    <a:pt x="776388" y="712678"/>
                    <a:pt x="776388" y="806344"/>
                  </a:cubicBezTo>
                  <a:cubicBezTo>
                    <a:pt x="776388" y="959468"/>
                    <a:pt x="695735" y="1069424"/>
                    <a:pt x="562943" y="1104447"/>
                  </a:cubicBezTo>
                  <a:cubicBezTo>
                    <a:pt x="522209" y="1115850"/>
                    <a:pt x="480660" y="1119923"/>
                    <a:pt x="401636" y="1119923"/>
                  </a:cubicBezTo>
                  <a:lnTo>
                    <a:pt x="0" y="1119923"/>
                  </a:lnTo>
                  <a:lnTo>
                    <a:pt x="0" y="0"/>
                  </a:lnTo>
                  <a:lnTo>
                    <a:pt x="355200" y="0"/>
                  </a:lnTo>
                  <a:cubicBezTo>
                    <a:pt x="428521" y="0"/>
                    <a:pt x="478216" y="4072"/>
                    <a:pt x="522209" y="15475"/>
                  </a:cubicBezTo>
                  <a:cubicBezTo>
                    <a:pt x="650928" y="50498"/>
                    <a:pt x="735654" y="139277"/>
                    <a:pt x="735654" y="280999"/>
                  </a:cubicBezTo>
                  <a:cubicBezTo>
                    <a:pt x="735654" y="356746"/>
                    <a:pt x="708770" y="420276"/>
                    <a:pt x="664777" y="462630"/>
                  </a:cubicBezTo>
                  <a:cubicBezTo>
                    <a:pt x="645225" y="482178"/>
                    <a:pt x="618341" y="504983"/>
                    <a:pt x="578421" y="522902"/>
                  </a:cubicBezTo>
                  <a:lnTo>
                    <a:pt x="578421" y="522902"/>
                  </a:lnTo>
                  <a:close/>
                  <a:moveTo>
                    <a:pt x="223222" y="641003"/>
                  </a:moveTo>
                  <a:lnTo>
                    <a:pt x="223222" y="935034"/>
                  </a:lnTo>
                  <a:lnTo>
                    <a:pt x="377196" y="935034"/>
                  </a:lnTo>
                  <a:cubicBezTo>
                    <a:pt x="423633" y="935034"/>
                    <a:pt x="465181" y="930961"/>
                    <a:pt x="496139" y="902454"/>
                  </a:cubicBezTo>
                  <a:cubicBezTo>
                    <a:pt x="527097" y="873132"/>
                    <a:pt x="540132" y="836480"/>
                    <a:pt x="540132" y="788426"/>
                  </a:cubicBezTo>
                  <a:cubicBezTo>
                    <a:pt x="540132" y="751774"/>
                    <a:pt x="530355" y="716751"/>
                    <a:pt x="511618" y="691501"/>
                  </a:cubicBezTo>
                  <a:cubicBezTo>
                    <a:pt x="479031" y="650777"/>
                    <a:pt x="438297" y="641003"/>
                    <a:pt x="369864" y="641003"/>
                  </a:cubicBezTo>
                  <a:lnTo>
                    <a:pt x="223222" y="641003"/>
                  </a:lnTo>
                  <a:lnTo>
                    <a:pt x="223222" y="641003"/>
                  </a:lnTo>
                  <a:close/>
                  <a:moveTo>
                    <a:pt x="220778" y="447155"/>
                  </a:moveTo>
                  <a:lnTo>
                    <a:pt x="345423" y="447155"/>
                  </a:lnTo>
                  <a:cubicBezTo>
                    <a:pt x="383713" y="447155"/>
                    <a:pt x="403266" y="447155"/>
                    <a:pt x="422003" y="441453"/>
                  </a:cubicBezTo>
                  <a:cubicBezTo>
                    <a:pt x="474143" y="425978"/>
                    <a:pt x="506730" y="379552"/>
                    <a:pt x="506730" y="316022"/>
                  </a:cubicBezTo>
                  <a:cubicBezTo>
                    <a:pt x="506730" y="240274"/>
                    <a:pt x="472513" y="207695"/>
                    <a:pt x="422003" y="192219"/>
                  </a:cubicBezTo>
                  <a:cubicBezTo>
                    <a:pt x="400822" y="186518"/>
                    <a:pt x="379640" y="184074"/>
                    <a:pt x="337277" y="184074"/>
                  </a:cubicBezTo>
                  <a:lnTo>
                    <a:pt x="219963" y="184074"/>
                  </a:lnTo>
                  <a:lnTo>
                    <a:pt x="219963" y="447155"/>
                  </a:lnTo>
                  <a:lnTo>
                    <a:pt x="220778" y="447155"/>
                  </a:lnTo>
                  <a:close/>
                  <a:moveTo>
                    <a:pt x="1110406" y="1119108"/>
                  </a:moveTo>
                  <a:lnTo>
                    <a:pt x="1110406" y="187333"/>
                  </a:lnTo>
                  <a:lnTo>
                    <a:pt x="789423" y="187333"/>
                  </a:lnTo>
                  <a:lnTo>
                    <a:pt x="789423" y="0"/>
                  </a:lnTo>
                  <a:lnTo>
                    <a:pt x="1680681" y="0"/>
                  </a:lnTo>
                  <a:lnTo>
                    <a:pt x="1617136" y="187333"/>
                  </a:lnTo>
                  <a:lnTo>
                    <a:pt x="1332813" y="187333"/>
                  </a:lnTo>
                  <a:lnTo>
                    <a:pt x="1332813" y="1118294"/>
                  </a:lnTo>
                  <a:lnTo>
                    <a:pt x="1110406" y="1118294"/>
                  </a:lnTo>
                  <a:lnTo>
                    <a:pt x="1110406" y="1119108"/>
                  </a:lnTo>
                  <a:close/>
                  <a:moveTo>
                    <a:pt x="1749929" y="1119108"/>
                  </a:moveTo>
                  <a:lnTo>
                    <a:pt x="1749929" y="0"/>
                  </a:lnTo>
                  <a:lnTo>
                    <a:pt x="2472548" y="0"/>
                  </a:lnTo>
                  <a:lnTo>
                    <a:pt x="2409003" y="187333"/>
                  </a:lnTo>
                  <a:lnTo>
                    <a:pt x="1970706" y="187333"/>
                  </a:lnTo>
                  <a:lnTo>
                    <a:pt x="1970706" y="434937"/>
                  </a:lnTo>
                  <a:lnTo>
                    <a:pt x="2149121" y="434937"/>
                  </a:lnTo>
                  <a:cubicBezTo>
                    <a:pt x="2293319" y="434937"/>
                    <a:pt x="2368269" y="469960"/>
                    <a:pt x="2419594" y="513943"/>
                  </a:cubicBezTo>
                  <a:cubicBezTo>
                    <a:pt x="2460328" y="548966"/>
                    <a:pt x="2528761" y="626342"/>
                    <a:pt x="2528761" y="779466"/>
                  </a:cubicBezTo>
                  <a:cubicBezTo>
                    <a:pt x="2528761" y="930147"/>
                    <a:pt x="2457883" y="1014039"/>
                    <a:pt x="2398412" y="1056393"/>
                  </a:cubicBezTo>
                  <a:cubicBezTo>
                    <a:pt x="2329164" y="1104447"/>
                    <a:pt x="2256658" y="1118294"/>
                    <a:pt x="2108387" y="1118294"/>
                  </a:cubicBezTo>
                  <a:lnTo>
                    <a:pt x="1749929" y="1118294"/>
                  </a:lnTo>
                  <a:lnTo>
                    <a:pt x="1749929" y="1119108"/>
                  </a:lnTo>
                  <a:close/>
                  <a:moveTo>
                    <a:pt x="1970706" y="930961"/>
                  </a:moveTo>
                  <a:lnTo>
                    <a:pt x="2137715" y="930961"/>
                  </a:lnTo>
                  <a:cubicBezTo>
                    <a:pt x="2201260" y="930961"/>
                    <a:pt x="2239550" y="915486"/>
                    <a:pt x="2266434" y="880463"/>
                  </a:cubicBezTo>
                  <a:cubicBezTo>
                    <a:pt x="2280284" y="863359"/>
                    <a:pt x="2299021" y="832408"/>
                    <a:pt x="2299021" y="773765"/>
                  </a:cubicBezTo>
                  <a:cubicBezTo>
                    <a:pt x="2299021" y="715936"/>
                    <a:pt x="2279469" y="675212"/>
                    <a:pt x="2241179" y="645890"/>
                  </a:cubicBezTo>
                  <a:cubicBezTo>
                    <a:pt x="2218368" y="628786"/>
                    <a:pt x="2187411" y="619012"/>
                    <a:pt x="2135271" y="619012"/>
                  </a:cubicBezTo>
                  <a:lnTo>
                    <a:pt x="1969892" y="619012"/>
                  </a:lnTo>
                  <a:lnTo>
                    <a:pt x="1969892" y="930961"/>
                  </a:lnTo>
                  <a:close/>
                </a:path>
              </a:pathLst>
            </a:custGeom>
            <a:solidFill>
              <a:schemeClr val="accent1"/>
            </a:solidFill>
            <a:ln w="81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D60DE091-C7DD-A44B-A27D-F497C159087D}"/>
                </a:ext>
              </a:extLst>
            </p:cNvPr>
            <p:cNvSpPr/>
            <p:nvPr/>
          </p:nvSpPr>
          <p:spPr>
            <a:xfrm>
              <a:off x="4238534" y="3003836"/>
              <a:ext cx="990648" cy="182445"/>
            </a:xfrm>
            <a:custGeom>
              <a:avLst/>
              <a:gdLst>
                <a:gd name="connsiteX0" fmla="*/ 65989 w 990648"/>
                <a:gd name="connsiteY0" fmla="*/ 0 h 182445"/>
                <a:gd name="connsiteX1" fmla="*/ 0 w 990648"/>
                <a:gd name="connsiteY1" fmla="*/ 182446 h 182445"/>
                <a:gd name="connsiteX2" fmla="*/ 923845 w 990648"/>
                <a:gd name="connsiteY2" fmla="*/ 182446 h 182445"/>
                <a:gd name="connsiteX3" fmla="*/ 990649 w 990648"/>
                <a:gd name="connsiteY3" fmla="*/ 0 h 182445"/>
                <a:gd name="connsiteX4" fmla="*/ 65989 w 990648"/>
                <a:gd name="connsiteY4" fmla="*/ 0 h 182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0648" h="182445">
                  <a:moveTo>
                    <a:pt x="65989" y="0"/>
                  </a:moveTo>
                  <a:lnTo>
                    <a:pt x="0" y="182446"/>
                  </a:lnTo>
                  <a:lnTo>
                    <a:pt x="923845" y="182446"/>
                  </a:lnTo>
                  <a:lnTo>
                    <a:pt x="990649" y="0"/>
                  </a:lnTo>
                  <a:lnTo>
                    <a:pt x="65989" y="0"/>
                  </a:lnTo>
                  <a:close/>
                </a:path>
              </a:pathLst>
            </a:custGeom>
            <a:solidFill>
              <a:schemeClr val="accent4"/>
            </a:solidFill>
            <a:ln w="81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" name="Freeform 21">
              <a:extLst>
                <a:ext uri="{FF2B5EF4-FFF2-40B4-BE49-F238E27FC236}">
                  <a16:creationId xmlns:a16="http://schemas.microsoft.com/office/drawing/2014/main" id="{8BE97A39-BD24-3E4F-AF03-43FE1C0155B5}"/>
                </a:ext>
              </a:extLst>
            </p:cNvPr>
            <p:cNvSpPr/>
            <p:nvPr/>
          </p:nvSpPr>
          <p:spPr>
            <a:xfrm>
              <a:off x="4138328" y="3277504"/>
              <a:ext cx="990648" cy="182445"/>
            </a:xfrm>
            <a:custGeom>
              <a:avLst/>
              <a:gdLst>
                <a:gd name="connsiteX0" fmla="*/ 66804 w 990648"/>
                <a:gd name="connsiteY0" fmla="*/ 0 h 182445"/>
                <a:gd name="connsiteX1" fmla="*/ 0 w 990648"/>
                <a:gd name="connsiteY1" fmla="*/ 182446 h 182445"/>
                <a:gd name="connsiteX2" fmla="*/ 923845 w 990648"/>
                <a:gd name="connsiteY2" fmla="*/ 182446 h 182445"/>
                <a:gd name="connsiteX3" fmla="*/ 990648 w 990648"/>
                <a:gd name="connsiteY3" fmla="*/ 0 h 182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0648" h="182445">
                  <a:moveTo>
                    <a:pt x="66804" y="0"/>
                  </a:moveTo>
                  <a:lnTo>
                    <a:pt x="0" y="182446"/>
                  </a:lnTo>
                  <a:lnTo>
                    <a:pt x="923845" y="182446"/>
                  </a:lnTo>
                  <a:lnTo>
                    <a:pt x="990648" y="0"/>
                  </a:lnTo>
                  <a:close/>
                </a:path>
              </a:pathLst>
            </a:custGeom>
            <a:solidFill>
              <a:schemeClr val="accent4"/>
            </a:solidFill>
            <a:ln w="81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145080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TB Content Photo Mee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 descr="Изображение выглядит как мужчина, здание, снег, держит&#10;&#10;Автоматически созданное описание">
            <a:extLst>
              <a:ext uri="{FF2B5EF4-FFF2-40B4-BE49-F238E27FC236}">
                <a16:creationId xmlns:a16="http://schemas.microsoft.com/office/drawing/2014/main" id="{21190608-2387-4306-B1BF-76D03B56B0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9175" y="-1"/>
            <a:ext cx="7362825" cy="6857999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8BE54FB-74FD-4702-803C-E6B5608AE9FA}"/>
              </a:ext>
            </a:extLst>
          </p:cNvPr>
          <p:cNvSpPr/>
          <p:nvPr userDrawn="1"/>
        </p:nvSpPr>
        <p:spPr>
          <a:xfrm>
            <a:off x="0" y="0"/>
            <a:ext cx="10099444" cy="6858000"/>
          </a:xfrm>
          <a:prstGeom prst="rect">
            <a:avLst/>
          </a:prstGeom>
          <a:gradFill>
            <a:gsLst>
              <a:gs pos="78000">
                <a:srgbClr val="FFFFFF">
                  <a:alpha val="47000"/>
                </a:srgbClr>
              </a:gs>
              <a:gs pos="55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6350">
            <a:noFill/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5D8AE636-2DEE-49EA-83CC-C0066B7DE972}"/>
              </a:ext>
            </a:extLst>
          </p:cNvPr>
          <p:cNvSpPr/>
          <p:nvPr userDrawn="1"/>
        </p:nvSpPr>
        <p:spPr>
          <a:xfrm>
            <a:off x="11032337" y="6432551"/>
            <a:ext cx="1159663" cy="378704"/>
          </a:xfrm>
          <a:custGeom>
            <a:avLst/>
            <a:gdLst>
              <a:gd name="connsiteX0" fmla="*/ 133516 w 1159663"/>
              <a:gd name="connsiteY0" fmla="*/ 0 h 378704"/>
              <a:gd name="connsiteX1" fmla="*/ 1159663 w 1159663"/>
              <a:gd name="connsiteY1" fmla="*/ 0 h 378704"/>
              <a:gd name="connsiteX2" fmla="*/ 1159663 w 1159663"/>
              <a:gd name="connsiteY2" fmla="*/ 378704 h 378704"/>
              <a:gd name="connsiteX3" fmla="*/ 0 w 1159663"/>
              <a:gd name="connsiteY3" fmla="*/ 378704 h 378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9663" h="378704">
                <a:moveTo>
                  <a:pt x="133516" y="0"/>
                </a:moveTo>
                <a:lnTo>
                  <a:pt x="1159663" y="0"/>
                </a:lnTo>
                <a:lnTo>
                  <a:pt x="1159663" y="378704"/>
                </a:lnTo>
                <a:lnTo>
                  <a:pt x="0" y="378704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4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1" name="Номер слайда 3">
            <a:extLst>
              <a:ext uri="{FF2B5EF4-FFF2-40B4-BE49-F238E27FC236}">
                <a16:creationId xmlns:a16="http://schemas.microsoft.com/office/drawing/2014/main" id="{A8D8CCBB-60F1-421E-BD7C-5B2872A3F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0352" y="6437938"/>
            <a:ext cx="5096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fld id="{7E1A2DEA-0812-41F9-88C5-48F7F643210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9" name="Текст 17">
            <a:extLst>
              <a:ext uri="{FF2B5EF4-FFF2-40B4-BE49-F238E27FC236}">
                <a16:creationId xmlns:a16="http://schemas.microsoft.com/office/drawing/2014/main" id="{4629834B-CBAD-4093-ABCE-9690483BEA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6" y="6354977"/>
            <a:ext cx="6096000" cy="323165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Примечание: текст примечание</a:t>
            </a:r>
            <a:b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Источник: ссылка на источник</a:t>
            </a: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8B36158A-9AEE-0840-82F5-4E223837A1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74924"/>
            <a:ext cx="9583505" cy="86177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ct val="100000"/>
              </a:lnSpc>
              <a:defRPr b="0" i="0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grpSp>
        <p:nvGrpSpPr>
          <p:cNvPr id="20" name="Group 17">
            <a:extLst>
              <a:ext uri="{FF2B5EF4-FFF2-40B4-BE49-F238E27FC236}">
                <a16:creationId xmlns:a16="http://schemas.microsoft.com/office/drawing/2014/main" id="{943DB7EB-0F6B-5245-9DA9-BA0E027BB20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11203" y="355612"/>
            <a:ext cx="1401792" cy="500399"/>
            <a:chOff x="4138328" y="2729353"/>
            <a:chExt cx="3915342" cy="1397663"/>
          </a:xfrm>
        </p:grpSpPr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CCB37B5B-A220-1742-86B8-8142A4018641}"/>
                </a:ext>
              </a:extLst>
            </p:cNvPr>
            <p:cNvSpPr/>
            <p:nvPr/>
          </p:nvSpPr>
          <p:spPr>
            <a:xfrm>
              <a:off x="4337924" y="2729353"/>
              <a:ext cx="990648" cy="182445"/>
            </a:xfrm>
            <a:custGeom>
              <a:avLst/>
              <a:gdLst>
                <a:gd name="connsiteX0" fmla="*/ 66804 w 990648"/>
                <a:gd name="connsiteY0" fmla="*/ 0 h 182445"/>
                <a:gd name="connsiteX1" fmla="*/ 0 w 990648"/>
                <a:gd name="connsiteY1" fmla="*/ 182446 h 182445"/>
                <a:gd name="connsiteX2" fmla="*/ 923845 w 990648"/>
                <a:gd name="connsiteY2" fmla="*/ 182446 h 182445"/>
                <a:gd name="connsiteX3" fmla="*/ 990649 w 990648"/>
                <a:gd name="connsiteY3" fmla="*/ 0 h 182445"/>
                <a:gd name="connsiteX4" fmla="*/ 66804 w 990648"/>
                <a:gd name="connsiteY4" fmla="*/ 0 h 182445"/>
                <a:gd name="connsiteX5" fmla="*/ 66804 w 990648"/>
                <a:gd name="connsiteY5" fmla="*/ 0 h 182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648" h="182445">
                  <a:moveTo>
                    <a:pt x="66804" y="0"/>
                  </a:moveTo>
                  <a:lnTo>
                    <a:pt x="0" y="182446"/>
                  </a:lnTo>
                  <a:lnTo>
                    <a:pt x="923845" y="182446"/>
                  </a:lnTo>
                  <a:lnTo>
                    <a:pt x="990649" y="0"/>
                  </a:lnTo>
                  <a:lnTo>
                    <a:pt x="66804" y="0"/>
                  </a:lnTo>
                  <a:lnTo>
                    <a:pt x="66804" y="0"/>
                  </a:lnTo>
                  <a:close/>
                </a:path>
              </a:pathLst>
            </a:custGeom>
            <a:solidFill>
              <a:schemeClr val="accent4"/>
            </a:solidFill>
            <a:ln w="81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B3CB563C-DFC1-C04E-B23D-BBAC16E93F64}"/>
                </a:ext>
              </a:extLst>
            </p:cNvPr>
            <p:cNvSpPr/>
            <p:nvPr/>
          </p:nvSpPr>
          <p:spPr>
            <a:xfrm>
              <a:off x="5524910" y="3007094"/>
              <a:ext cx="2528760" cy="1119922"/>
            </a:xfrm>
            <a:custGeom>
              <a:avLst/>
              <a:gdLst>
                <a:gd name="connsiteX0" fmla="*/ 578421 w 2528760"/>
                <a:gd name="connsiteY0" fmla="*/ 522902 h 1119922"/>
                <a:gd name="connsiteX1" fmla="*/ 578421 w 2528760"/>
                <a:gd name="connsiteY1" fmla="*/ 526974 h 1119922"/>
                <a:gd name="connsiteX2" fmla="*/ 681886 w 2528760"/>
                <a:gd name="connsiteY2" fmla="*/ 587247 h 1119922"/>
                <a:gd name="connsiteX3" fmla="*/ 776388 w 2528760"/>
                <a:gd name="connsiteY3" fmla="*/ 806344 h 1119922"/>
                <a:gd name="connsiteX4" fmla="*/ 562943 w 2528760"/>
                <a:gd name="connsiteY4" fmla="*/ 1104447 h 1119922"/>
                <a:gd name="connsiteX5" fmla="*/ 401636 w 2528760"/>
                <a:gd name="connsiteY5" fmla="*/ 1119923 h 1119922"/>
                <a:gd name="connsiteX6" fmla="*/ 0 w 2528760"/>
                <a:gd name="connsiteY6" fmla="*/ 1119923 h 1119922"/>
                <a:gd name="connsiteX7" fmla="*/ 0 w 2528760"/>
                <a:gd name="connsiteY7" fmla="*/ 0 h 1119922"/>
                <a:gd name="connsiteX8" fmla="*/ 355200 w 2528760"/>
                <a:gd name="connsiteY8" fmla="*/ 0 h 1119922"/>
                <a:gd name="connsiteX9" fmla="*/ 522209 w 2528760"/>
                <a:gd name="connsiteY9" fmla="*/ 15475 h 1119922"/>
                <a:gd name="connsiteX10" fmla="*/ 735654 w 2528760"/>
                <a:gd name="connsiteY10" fmla="*/ 280999 h 1119922"/>
                <a:gd name="connsiteX11" fmla="*/ 664777 w 2528760"/>
                <a:gd name="connsiteY11" fmla="*/ 462630 h 1119922"/>
                <a:gd name="connsiteX12" fmla="*/ 578421 w 2528760"/>
                <a:gd name="connsiteY12" fmla="*/ 522902 h 1119922"/>
                <a:gd name="connsiteX13" fmla="*/ 578421 w 2528760"/>
                <a:gd name="connsiteY13" fmla="*/ 522902 h 1119922"/>
                <a:gd name="connsiteX14" fmla="*/ 223222 w 2528760"/>
                <a:gd name="connsiteY14" fmla="*/ 641003 h 1119922"/>
                <a:gd name="connsiteX15" fmla="*/ 223222 w 2528760"/>
                <a:gd name="connsiteY15" fmla="*/ 935034 h 1119922"/>
                <a:gd name="connsiteX16" fmla="*/ 377196 w 2528760"/>
                <a:gd name="connsiteY16" fmla="*/ 935034 h 1119922"/>
                <a:gd name="connsiteX17" fmla="*/ 496139 w 2528760"/>
                <a:gd name="connsiteY17" fmla="*/ 902454 h 1119922"/>
                <a:gd name="connsiteX18" fmla="*/ 540132 w 2528760"/>
                <a:gd name="connsiteY18" fmla="*/ 788426 h 1119922"/>
                <a:gd name="connsiteX19" fmla="*/ 511618 w 2528760"/>
                <a:gd name="connsiteY19" fmla="*/ 691501 h 1119922"/>
                <a:gd name="connsiteX20" fmla="*/ 369864 w 2528760"/>
                <a:gd name="connsiteY20" fmla="*/ 641003 h 1119922"/>
                <a:gd name="connsiteX21" fmla="*/ 223222 w 2528760"/>
                <a:gd name="connsiteY21" fmla="*/ 641003 h 1119922"/>
                <a:gd name="connsiteX22" fmla="*/ 223222 w 2528760"/>
                <a:gd name="connsiteY22" fmla="*/ 641003 h 1119922"/>
                <a:gd name="connsiteX23" fmla="*/ 220778 w 2528760"/>
                <a:gd name="connsiteY23" fmla="*/ 447155 h 1119922"/>
                <a:gd name="connsiteX24" fmla="*/ 345423 w 2528760"/>
                <a:gd name="connsiteY24" fmla="*/ 447155 h 1119922"/>
                <a:gd name="connsiteX25" fmla="*/ 422003 w 2528760"/>
                <a:gd name="connsiteY25" fmla="*/ 441453 h 1119922"/>
                <a:gd name="connsiteX26" fmla="*/ 506730 w 2528760"/>
                <a:gd name="connsiteY26" fmla="*/ 316022 h 1119922"/>
                <a:gd name="connsiteX27" fmla="*/ 422003 w 2528760"/>
                <a:gd name="connsiteY27" fmla="*/ 192219 h 1119922"/>
                <a:gd name="connsiteX28" fmla="*/ 337277 w 2528760"/>
                <a:gd name="connsiteY28" fmla="*/ 184074 h 1119922"/>
                <a:gd name="connsiteX29" fmla="*/ 219963 w 2528760"/>
                <a:gd name="connsiteY29" fmla="*/ 184074 h 1119922"/>
                <a:gd name="connsiteX30" fmla="*/ 219963 w 2528760"/>
                <a:gd name="connsiteY30" fmla="*/ 447155 h 1119922"/>
                <a:gd name="connsiteX31" fmla="*/ 220778 w 2528760"/>
                <a:gd name="connsiteY31" fmla="*/ 447155 h 1119922"/>
                <a:gd name="connsiteX32" fmla="*/ 1110406 w 2528760"/>
                <a:gd name="connsiteY32" fmla="*/ 1119108 h 1119922"/>
                <a:gd name="connsiteX33" fmla="*/ 1110406 w 2528760"/>
                <a:gd name="connsiteY33" fmla="*/ 187333 h 1119922"/>
                <a:gd name="connsiteX34" fmla="*/ 789423 w 2528760"/>
                <a:gd name="connsiteY34" fmla="*/ 187333 h 1119922"/>
                <a:gd name="connsiteX35" fmla="*/ 789423 w 2528760"/>
                <a:gd name="connsiteY35" fmla="*/ 0 h 1119922"/>
                <a:gd name="connsiteX36" fmla="*/ 1680681 w 2528760"/>
                <a:gd name="connsiteY36" fmla="*/ 0 h 1119922"/>
                <a:gd name="connsiteX37" fmla="*/ 1617136 w 2528760"/>
                <a:gd name="connsiteY37" fmla="*/ 187333 h 1119922"/>
                <a:gd name="connsiteX38" fmla="*/ 1332813 w 2528760"/>
                <a:gd name="connsiteY38" fmla="*/ 187333 h 1119922"/>
                <a:gd name="connsiteX39" fmla="*/ 1332813 w 2528760"/>
                <a:gd name="connsiteY39" fmla="*/ 1118294 h 1119922"/>
                <a:gd name="connsiteX40" fmla="*/ 1110406 w 2528760"/>
                <a:gd name="connsiteY40" fmla="*/ 1118294 h 1119922"/>
                <a:gd name="connsiteX41" fmla="*/ 1110406 w 2528760"/>
                <a:gd name="connsiteY41" fmla="*/ 1119108 h 1119922"/>
                <a:gd name="connsiteX42" fmla="*/ 1749929 w 2528760"/>
                <a:gd name="connsiteY42" fmla="*/ 1119108 h 1119922"/>
                <a:gd name="connsiteX43" fmla="*/ 1749929 w 2528760"/>
                <a:gd name="connsiteY43" fmla="*/ 0 h 1119922"/>
                <a:gd name="connsiteX44" fmla="*/ 2472548 w 2528760"/>
                <a:gd name="connsiteY44" fmla="*/ 0 h 1119922"/>
                <a:gd name="connsiteX45" fmla="*/ 2409003 w 2528760"/>
                <a:gd name="connsiteY45" fmla="*/ 187333 h 1119922"/>
                <a:gd name="connsiteX46" fmla="*/ 1970706 w 2528760"/>
                <a:gd name="connsiteY46" fmla="*/ 187333 h 1119922"/>
                <a:gd name="connsiteX47" fmla="*/ 1970706 w 2528760"/>
                <a:gd name="connsiteY47" fmla="*/ 434937 h 1119922"/>
                <a:gd name="connsiteX48" fmla="*/ 2149121 w 2528760"/>
                <a:gd name="connsiteY48" fmla="*/ 434937 h 1119922"/>
                <a:gd name="connsiteX49" fmla="*/ 2419594 w 2528760"/>
                <a:gd name="connsiteY49" fmla="*/ 513943 h 1119922"/>
                <a:gd name="connsiteX50" fmla="*/ 2528761 w 2528760"/>
                <a:gd name="connsiteY50" fmla="*/ 779466 h 1119922"/>
                <a:gd name="connsiteX51" fmla="*/ 2398412 w 2528760"/>
                <a:gd name="connsiteY51" fmla="*/ 1056393 h 1119922"/>
                <a:gd name="connsiteX52" fmla="*/ 2108387 w 2528760"/>
                <a:gd name="connsiteY52" fmla="*/ 1118294 h 1119922"/>
                <a:gd name="connsiteX53" fmla="*/ 1749929 w 2528760"/>
                <a:gd name="connsiteY53" fmla="*/ 1118294 h 1119922"/>
                <a:gd name="connsiteX54" fmla="*/ 1749929 w 2528760"/>
                <a:gd name="connsiteY54" fmla="*/ 1119108 h 1119922"/>
                <a:gd name="connsiteX55" fmla="*/ 1970706 w 2528760"/>
                <a:gd name="connsiteY55" fmla="*/ 930961 h 1119922"/>
                <a:gd name="connsiteX56" fmla="*/ 2137715 w 2528760"/>
                <a:gd name="connsiteY56" fmla="*/ 930961 h 1119922"/>
                <a:gd name="connsiteX57" fmla="*/ 2266434 w 2528760"/>
                <a:gd name="connsiteY57" fmla="*/ 880463 h 1119922"/>
                <a:gd name="connsiteX58" fmla="*/ 2299021 w 2528760"/>
                <a:gd name="connsiteY58" fmla="*/ 773765 h 1119922"/>
                <a:gd name="connsiteX59" fmla="*/ 2241179 w 2528760"/>
                <a:gd name="connsiteY59" fmla="*/ 645890 h 1119922"/>
                <a:gd name="connsiteX60" fmla="*/ 2135271 w 2528760"/>
                <a:gd name="connsiteY60" fmla="*/ 619012 h 1119922"/>
                <a:gd name="connsiteX61" fmla="*/ 1969892 w 2528760"/>
                <a:gd name="connsiteY61" fmla="*/ 619012 h 1119922"/>
                <a:gd name="connsiteX62" fmla="*/ 1969892 w 2528760"/>
                <a:gd name="connsiteY62" fmla="*/ 930961 h 1119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2528760" h="1119922">
                  <a:moveTo>
                    <a:pt x="578421" y="522902"/>
                  </a:moveTo>
                  <a:lnTo>
                    <a:pt x="578421" y="526974"/>
                  </a:lnTo>
                  <a:cubicBezTo>
                    <a:pt x="620785" y="542450"/>
                    <a:pt x="660704" y="569328"/>
                    <a:pt x="681886" y="587247"/>
                  </a:cubicBezTo>
                  <a:cubicBezTo>
                    <a:pt x="747060" y="641818"/>
                    <a:pt x="776388" y="712678"/>
                    <a:pt x="776388" y="806344"/>
                  </a:cubicBezTo>
                  <a:cubicBezTo>
                    <a:pt x="776388" y="959468"/>
                    <a:pt x="695735" y="1069424"/>
                    <a:pt x="562943" y="1104447"/>
                  </a:cubicBezTo>
                  <a:cubicBezTo>
                    <a:pt x="522209" y="1115850"/>
                    <a:pt x="480660" y="1119923"/>
                    <a:pt x="401636" y="1119923"/>
                  </a:cubicBezTo>
                  <a:lnTo>
                    <a:pt x="0" y="1119923"/>
                  </a:lnTo>
                  <a:lnTo>
                    <a:pt x="0" y="0"/>
                  </a:lnTo>
                  <a:lnTo>
                    <a:pt x="355200" y="0"/>
                  </a:lnTo>
                  <a:cubicBezTo>
                    <a:pt x="428521" y="0"/>
                    <a:pt x="478216" y="4072"/>
                    <a:pt x="522209" y="15475"/>
                  </a:cubicBezTo>
                  <a:cubicBezTo>
                    <a:pt x="650928" y="50498"/>
                    <a:pt x="735654" y="139277"/>
                    <a:pt x="735654" y="280999"/>
                  </a:cubicBezTo>
                  <a:cubicBezTo>
                    <a:pt x="735654" y="356746"/>
                    <a:pt x="708770" y="420276"/>
                    <a:pt x="664777" y="462630"/>
                  </a:cubicBezTo>
                  <a:cubicBezTo>
                    <a:pt x="645225" y="482178"/>
                    <a:pt x="618341" y="504983"/>
                    <a:pt x="578421" y="522902"/>
                  </a:cubicBezTo>
                  <a:lnTo>
                    <a:pt x="578421" y="522902"/>
                  </a:lnTo>
                  <a:close/>
                  <a:moveTo>
                    <a:pt x="223222" y="641003"/>
                  </a:moveTo>
                  <a:lnTo>
                    <a:pt x="223222" y="935034"/>
                  </a:lnTo>
                  <a:lnTo>
                    <a:pt x="377196" y="935034"/>
                  </a:lnTo>
                  <a:cubicBezTo>
                    <a:pt x="423633" y="935034"/>
                    <a:pt x="465181" y="930961"/>
                    <a:pt x="496139" y="902454"/>
                  </a:cubicBezTo>
                  <a:cubicBezTo>
                    <a:pt x="527097" y="873132"/>
                    <a:pt x="540132" y="836480"/>
                    <a:pt x="540132" y="788426"/>
                  </a:cubicBezTo>
                  <a:cubicBezTo>
                    <a:pt x="540132" y="751774"/>
                    <a:pt x="530355" y="716751"/>
                    <a:pt x="511618" y="691501"/>
                  </a:cubicBezTo>
                  <a:cubicBezTo>
                    <a:pt x="479031" y="650777"/>
                    <a:pt x="438297" y="641003"/>
                    <a:pt x="369864" y="641003"/>
                  </a:cubicBezTo>
                  <a:lnTo>
                    <a:pt x="223222" y="641003"/>
                  </a:lnTo>
                  <a:lnTo>
                    <a:pt x="223222" y="641003"/>
                  </a:lnTo>
                  <a:close/>
                  <a:moveTo>
                    <a:pt x="220778" y="447155"/>
                  </a:moveTo>
                  <a:lnTo>
                    <a:pt x="345423" y="447155"/>
                  </a:lnTo>
                  <a:cubicBezTo>
                    <a:pt x="383713" y="447155"/>
                    <a:pt x="403266" y="447155"/>
                    <a:pt x="422003" y="441453"/>
                  </a:cubicBezTo>
                  <a:cubicBezTo>
                    <a:pt x="474143" y="425978"/>
                    <a:pt x="506730" y="379552"/>
                    <a:pt x="506730" y="316022"/>
                  </a:cubicBezTo>
                  <a:cubicBezTo>
                    <a:pt x="506730" y="240274"/>
                    <a:pt x="472513" y="207695"/>
                    <a:pt x="422003" y="192219"/>
                  </a:cubicBezTo>
                  <a:cubicBezTo>
                    <a:pt x="400822" y="186518"/>
                    <a:pt x="379640" y="184074"/>
                    <a:pt x="337277" y="184074"/>
                  </a:cubicBezTo>
                  <a:lnTo>
                    <a:pt x="219963" y="184074"/>
                  </a:lnTo>
                  <a:lnTo>
                    <a:pt x="219963" y="447155"/>
                  </a:lnTo>
                  <a:lnTo>
                    <a:pt x="220778" y="447155"/>
                  </a:lnTo>
                  <a:close/>
                  <a:moveTo>
                    <a:pt x="1110406" y="1119108"/>
                  </a:moveTo>
                  <a:lnTo>
                    <a:pt x="1110406" y="187333"/>
                  </a:lnTo>
                  <a:lnTo>
                    <a:pt x="789423" y="187333"/>
                  </a:lnTo>
                  <a:lnTo>
                    <a:pt x="789423" y="0"/>
                  </a:lnTo>
                  <a:lnTo>
                    <a:pt x="1680681" y="0"/>
                  </a:lnTo>
                  <a:lnTo>
                    <a:pt x="1617136" y="187333"/>
                  </a:lnTo>
                  <a:lnTo>
                    <a:pt x="1332813" y="187333"/>
                  </a:lnTo>
                  <a:lnTo>
                    <a:pt x="1332813" y="1118294"/>
                  </a:lnTo>
                  <a:lnTo>
                    <a:pt x="1110406" y="1118294"/>
                  </a:lnTo>
                  <a:lnTo>
                    <a:pt x="1110406" y="1119108"/>
                  </a:lnTo>
                  <a:close/>
                  <a:moveTo>
                    <a:pt x="1749929" y="1119108"/>
                  </a:moveTo>
                  <a:lnTo>
                    <a:pt x="1749929" y="0"/>
                  </a:lnTo>
                  <a:lnTo>
                    <a:pt x="2472548" y="0"/>
                  </a:lnTo>
                  <a:lnTo>
                    <a:pt x="2409003" y="187333"/>
                  </a:lnTo>
                  <a:lnTo>
                    <a:pt x="1970706" y="187333"/>
                  </a:lnTo>
                  <a:lnTo>
                    <a:pt x="1970706" y="434937"/>
                  </a:lnTo>
                  <a:lnTo>
                    <a:pt x="2149121" y="434937"/>
                  </a:lnTo>
                  <a:cubicBezTo>
                    <a:pt x="2293319" y="434937"/>
                    <a:pt x="2368269" y="469960"/>
                    <a:pt x="2419594" y="513943"/>
                  </a:cubicBezTo>
                  <a:cubicBezTo>
                    <a:pt x="2460328" y="548966"/>
                    <a:pt x="2528761" y="626342"/>
                    <a:pt x="2528761" y="779466"/>
                  </a:cubicBezTo>
                  <a:cubicBezTo>
                    <a:pt x="2528761" y="930147"/>
                    <a:pt x="2457883" y="1014039"/>
                    <a:pt x="2398412" y="1056393"/>
                  </a:cubicBezTo>
                  <a:cubicBezTo>
                    <a:pt x="2329164" y="1104447"/>
                    <a:pt x="2256658" y="1118294"/>
                    <a:pt x="2108387" y="1118294"/>
                  </a:cubicBezTo>
                  <a:lnTo>
                    <a:pt x="1749929" y="1118294"/>
                  </a:lnTo>
                  <a:lnTo>
                    <a:pt x="1749929" y="1119108"/>
                  </a:lnTo>
                  <a:close/>
                  <a:moveTo>
                    <a:pt x="1970706" y="930961"/>
                  </a:moveTo>
                  <a:lnTo>
                    <a:pt x="2137715" y="930961"/>
                  </a:lnTo>
                  <a:cubicBezTo>
                    <a:pt x="2201260" y="930961"/>
                    <a:pt x="2239550" y="915486"/>
                    <a:pt x="2266434" y="880463"/>
                  </a:cubicBezTo>
                  <a:cubicBezTo>
                    <a:pt x="2280284" y="863359"/>
                    <a:pt x="2299021" y="832408"/>
                    <a:pt x="2299021" y="773765"/>
                  </a:cubicBezTo>
                  <a:cubicBezTo>
                    <a:pt x="2299021" y="715936"/>
                    <a:pt x="2279469" y="675212"/>
                    <a:pt x="2241179" y="645890"/>
                  </a:cubicBezTo>
                  <a:cubicBezTo>
                    <a:pt x="2218368" y="628786"/>
                    <a:pt x="2187411" y="619012"/>
                    <a:pt x="2135271" y="619012"/>
                  </a:cubicBezTo>
                  <a:lnTo>
                    <a:pt x="1969892" y="619012"/>
                  </a:lnTo>
                  <a:lnTo>
                    <a:pt x="1969892" y="930961"/>
                  </a:lnTo>
                  <a:close/>
                </a:path>
              </a:pathLst>
            </a:custGeom>
            <a:solidFill>
              <a:schemeClr val="accent1"/>
            </a:solidFill>
            <a:ln w="81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D60DE091-C7DD-A44B-A27D-F497C159087D}"/>
                </a:ext>
              </a:extLst>
            </p:cNvPr>
            <p:cNvSpPr/>
            <p:nvPr/>
          </p:nvSpPr>
          <p:spPr>
            <a:xfrm>
              <a:off x="4238534" y="3003836"/>
              <a:ext cx="990648" cy="182445"/>
            </a:xfrm>
            <a:custGeom>
              <a:avLst/>
              <a:gdLst>
                <a:gd name="connsiteX0" fmla="*/ 65989 w 990648"/>
                <a:gd name="connsiteY0" fmla="*/ 0 h 182445"/>
                <a:gd name="connsiteX1" fmla="*/ 0 w 990648"/>
                <a:gd name="connsiteY1" fmla="*/ 182446 h 182445"/>
                <a:gd name="connsiteX2" fmla="*/ 923845 w 990648"/>
                <a:gd name="connsiteY2" fmla="*/ 182446 h 182445"/>
                <a:gd name="connsiteX3" fmla="*/ 990649 w 990648"/>
                <a:gd name="connsiteY3" fmla="*/ 0 h 182445"/>
                <a:gd name="connsiteX4" fmla="*/ 65989 w 990648"/>
                <a:gd name="connsiteY4" fmla="*/ 0 h 182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0648" h="182445">
                  <a:moveTo>
                    <a:pt x="65989" y="0"/>
                  </a:moveTo>
                  <a:lnTo>
                    <a:pt x="0" y="182446"/>
                  </a:lnTo>
                  <a:lnTo>
                    <a:pt x="923845" y="182446"/>
                  </a:lnTo>
                  <a:lnTo>
                    <a:pt x="990649" y="0"/>
                  </a:lnTo>
                  <a:lnTo>
                    <a:pt x="65989" y="0"/>
                  </a:lnTo>
                  <a:close/>
                </a:path>
              </a:pathLst>
            </a:custGeom>
            <a:solidFill>
              <a:schemeClr val="accent4"/>
            </a:solidFill>
            <a:ln w="81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" name="Freeform 21">
              <a:extLst>
                <a:ext uri="{FF2B5EF4-FFF2-40B4-BE49-F238E27FC236}">
                  <a16:creationId xmlns:a16="http://schemas.microsoft.com/office/drawing/2014/main" id="{8BE97A39-BD24-3E4F-AF03-43FE1C0155B5}"/>
                </a:ext>
              </a:extLst>
            </p:cNvPr>
            <p:cNvSpPr/>
            <p:nvPr/>
          </p:nvSpPr>
          <p:spPr>
            <a:xfrm>
              <a:off x="4138328" y="3277504"/>
              <a:ext cx="990648" cy="182445"/>
            </a:xfrm>
            <a:custGeom>
              <a:avLst/>
              <a:gdLst>
                <a:gd name="connsiteX0" fmla="*/ 66804 w 990648"/>
                <a:gd name="connsiteY0" fmla="*/ 0 h 182445"/>
                <a:gd name="connsiteX1" fmla="*/ 0 w 990648"/>
                <a:gd name="connsiteY1" fmla="*/ 182446 h 182445"/>
                <a:gd name="connsiteX2" fmla="*/ 923845 w 990648"/>
                <a:gd name="connsiteY2" fmla="*/ 182446 h 182445"/>
                <a:gd name="connsiteX3" fmla="*/ 990648 w 990648"/>
                <a:gd name="connsiteY3" fmla="*/ 0 h 182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0648" h="182445">
                  <a:moveTo>
                    <a:pt x="66804" y="0"/>
                  </a:moveTo>
                  <a:lnTo>
                    <a:pt x="0" y="182446"/>
                  </a:lnTo>
                  <a:lnTo>
                    <a:pt x="923845" y="182446"/>
                  </a:lnTo>
                  <a:lnTo>
                    <a:pt x="990648" y="0"/>
                  </a:lnTo>
                  <a:close/>
                </a:path>
              </a:pathLst>
            </a:custGeom>
            <a:solidFill>
              <a:schemeClr val="accent4"/>
            </a:solidFill>
            <a:ln w="81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402355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TB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 descr="Изображение выглядит как клавиатура, внутренний, компьютер, сидит&#10;&#10;Автоматически созданное описание">
            <a:extLst>
              <a:ext uri="{FF2B5EF4-FFF2-40B4-BE49-F238E27FC236}">
                <a16:creationId xmlns:a16="http://schemas.microsoft.com/office/drawing/2014/main" id="{54AC2B35-A47B-4E5B-BC02-ABCB36620A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142800" y="0"/>
            <a:ext cx="3049200" cy="6858000"/>
          </a:xfrm>
          <a:custGeom>
            <a:avLst/>
            <a:gdLst>
              <a:gd name="connsiteX0" fmla="*/ 0 w 3049200"/>
              <a:gd name="connsiteY0" fmla="*/ 0 h 6858000"/>
              <a:gd name="connsiteX1" fmla="*/ 3049200 w 3049200"/>
              <a:gd name="connsiteY1" fmla="*/ 0 h 6858000"/>
              <a:gd name="connsiteX2" fmla="*/ 3049200 w 3049200"/>
              <a:gd name="connsiteY2" fmla="*/ 6858000 h 6858000"/>
              <a:gd name="connsiteX3" fmla="*/ 0 w 30492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9200" h="6858000">
                <a:moveTo>
                  <a:pt x="0" y="0"/>
                </a:moveTo>
                <a:lnTo>
                  <a:pt x="3049200" y="0"/>
                </a:lnTo>
                <a:lnTo>
                  <a:pt x="30492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3AE19A1-C135-409B-8508-81D2122763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00763" y="0"/>
            <a:ext cx="3048000" cy="6858000"/>
          </a:xfrm>
          <a:custGeom>
            <a:avLst/>
            <a:gdLst>
              <a:gd name="connsiteX0" fmla="*/ 0 w 3049200"/>
              <a:gd name="connsiteY0" fmla="*/ 0 h 6858000"/>
              <a:gd name="connsiteX1" fmla="*/ 3049200 w 3049200"/>
              <a:gd name="connsiteY1" fmla="*/ 0 h 6858000"/>
              <a:gd name="connsiteX2" fmla="*/ 3049200 w 3049200"/>
              <a:gd name="connsiteY2" fmla="*/ 6858000 h 6858000"/>
              <a:gd name="connsiteX3" fmla="*/ 0 w 30492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9200" h="6858000">
                <a:moveTo>
                  <a:pt x="0" y="0"/>
                </a:moveTo>
                <a:lnTo>
                  <a:pt x="3049200" y="0"/>
                </a:lnTo>
                <a:lnTo>
                  <a:pt x="30492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E27EAFD-B458-441B-8C03-7340972872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50000" y="0"/>
            <a:ext cx="3049200" cy="6858000"/>
          </a:xfrm>
          <a:custGeom>
            <a:avLst/>
            <a:gdLst>
              <a:gd name="connsiteX0" fmla="*/ 0 w 3049200"/>
              <a:gd name="connsiteY0" fmla="*/ 0 h 6858000"/>
              <a:gd name="connsiteX1" fmla="*/ 3049200 w 3049200"/>
              <a:gd name="connsiteY1" fmla="*/ 0 h 6858000"/>
              <a:gd name="connsiteX2" fmla="*/ 3049200 w 3049200"/>
              <a:gd name="connsiteY2" fmla="*/ 6858000 h 6858000"/>
              <a:gd name="connsiteX3" fmla="*/ 0 w 30492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9200" h="6858000">
                <a:moveTo>
                  <a:pt x="0" y="0"/>
                </a:moveTo>
                <a:lnTo>
                  <a:pt x="3049200" y="0"/>
                </a:lnTo>
                <a:lnTo>
                  <a:pt x="30492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D77FA8A-9018-4C99-B274-DE16908212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3047584" cy="6858000"/>
          </a:xfrm>
          <a:custGeom>
            <a:avLst/>
            <a:gdLst>
              <a:gd name="connsiteX0" fmla="*/ 0 w 3047584"/>
              <a:gd name="connsiteY0" fmla="*/ 0 h 6858000"/>
              <a:gd name="connsiteX1" fmla="*/ 3047584 w 3047584"/>
              <a:gd name="connsiteY1" fmla="*/ 0 h 6858000"/>
              <a:gd name="connsiteX2" fmla="*/ 3047584 w 3047584"/>
              <a:gd name="connsiteY2" fmla="*/ 6858000 h 6858000"/>
              <a:gd name="connsiteX3" fmla="*/ 0 w 304758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7584" h="6858000">
                <a:moveTo>
                  <a:pt x="0" y="0"/>
                </a:moveTo>
                <a:lnTo>
                  <a:pt x="3047584" y="0"/>
                </a:lnTo>
                <a:lnTo>
                  <a:pt x="304758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7196E6E3-CA46-4488-9E38-21F2046E4B95}"/>
              </a:ext>
            </a:extLst>
          </p:cNvPr>
          <p:cNvSpPr/>
          <p:nvPr userDrawn="1"/>
        </p:nvSpPr>
        <p:spPr>
          <a:xfrm>
            <a:off x="6100000" y="0"/>
            <a:ext cx="3049200" cy="6858000"/>
          </a:xfrm>
          <a:prstGeom prst="rect">
            <a:avLst/>
          </a:prstGeom>
          <a:gradFill>
            <a:gsLst>
              <a:gs pos="0">
                <a:srgbClr val="002882">
                  <a:alpha val="40000"/>
                </a:srgbClr>
              </a:gs>
              <a:gs pos="99000">
                <a:srgbClr val="011B6B"/>
              </a:gs>
            </a:gsLst>
            <a:lin ang="2700000" scaled="0"/>
          </a:gradFill>
          <a:ln w="6350">
            <a:noFill/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4BDC8509-584A-44FF-AA2D-29CEC8BA1AAA}"/>
              </a:ext>
            </a:extLst>
          </p:cNvPr>
          <p:cNvSpPr/>
          <p:nvPr userDrawn="1"/>
        </p:nvSpPr>
        <p:spPr>
          <a:xfrm>
            <a:off x="3039600" y="0"/>
            <a:ext cx="3056400" cy="6858000"/>
          </a:xfrm>
          <a:prstGeom prst="rect">
            <a:avLst/>
          </a:prstGeom>
          <a:gradFill>
            <a:gsLst>
              <a:gs pos="0">
                <a:srgbClr val="002882">
                  <a:alpha val="40000"/>
                </a:srgbClr>
              </a:gs>
              <a:gs pos="99000">
                <a:srgbClr val="011B6B"/>
              </a:gs>
            </a:gsLst>
            <a:lin ang="2700000" scaled="0"/>
          </a:gradFill>
          <a:ln w="6350">
            <a:noFill/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D63B13C2-DBD0-46D8-87B5-9BB5B83A463B}"/>
              </a:ext>
            </a:extLst>
          </p:cNvPr>
          <p:cNvSpPr/>
          <p:nvPr userDrawn="1"/>
        </p:nvSpPr>
        <p:spPr>
          <a:xfrm>
            <a:off x="0" y="0"/>
            <a:ext cx="3047584" cy="6858000"/>
          </a:xfrm>
          <a:prstGeom prst="rect">
            <a:avLst/>
          </a:prstGeom>
          <a:gradFill>
            <a:gsLst>
              <a:gs pos="0">
                <a:srgbClr val="002882">
                  <a:alpha val="40000"/>
                </a:srgbClr>
              </a:gs>
              <a:gs pos="99000">
                <a:srgbClr val="011B6B"/>
              </a:gs>
            </a:gsLst>
            <a:lin ang="2700000" scaled="0"/>
          </a:gradFill>
          <a:ln w="6350">
            <a:noFill/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0033A720-6236-43F7-8310-0818D97F3F98}"/>
              </a:ext>
            </a:extLst>
          </p:cNvPr>
          <p:cNvSpPr/>
          <p:nvPr userDrawn="1"/>
        </p:nvSpPr>
        <p:spPr>
          <a:xfrm>
            <a:off x="9142800" y="0"/>
            <a:ext cx="3049200" cy="6858000"/>
          </a:xfrm>
          <a:prstGeom prst="rect">
            <a:avLst/>
          </a:prstGeom>
          <a:gradFill>
            <a:gsLst>
              <a:gs pos="0">
                <a:srgbClr val="002882">
                  <a:alpha val="40000"/>
                </a:srgbClr>
              </a:gs>
              <a:gs pos="99000">
                <a:srgbClr val="011B6B"/>
              </a:gs>
            </a:gsLst>
            <a:lin ang="2700000" scaled="0"/>
          </a:gradFill>
          <a:ln w="6350">
            <a:noFill/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5D8AE636-2DEE-49EA-83CC-C0066B7DE972}"/>
              </a:ext>
            </a:extLst>
          </p:cNvPr>
          <p:cNvSpPr/>
          <p:nvPr userDrawn="1"/>
        </p:nvSpPr>
        <p:spPr>
          <a:xfrm>
            <a:off x="11032337" y="6432551"/>
            <a:ext cx="1159663" cy="378704"/>
          </a:xfrm>
          <a:custGeom>
            <a:avLst/>
            <a:gdLst>
              <a:gd name="connsiteX0" fmla="*/ 133516 w 1159663"/>
              <a:gd name="connsiteY0" fmla="*/ 0 h 378704"/>
              <a:gd name="connsiteX1" fmla="*/ 1159663 w 1159663"/>
              <a:gd name="connsiteY1" fmla="*/ 0 h 378704"/>
              <a:gd name="connsiteX2" fmla="*/ 1159663 w 1159663"/>
              <a:gd name="connsiteY2" fmla="*/ 378704 h 378704"/>
              <a:gd name="connsiteX3" fmla="*/ 0 w 1159663"/>
              <a:gd name="connsiteY3" fmla="*/ 378704 h 378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9663" h="378704">
                <a:moveTo>
                  <a:pt x="133516" y="0"/>
                </a:moveTo>
                <a:lnTo>
                  <a:pt x="1159663" y="0"/>
                </a:lnTo>
                <a:lnTo>
                  <a:pt x="1159663" y="378704"/>
                </a:lnTo>
                <a:lnTo>
                  <a:pt x="0" y="378704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4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1" name="Номер слайда 3">
            <a:extLst>
              <a:ext uri="{FF2B5EF4-FFF2-40B4-BE49-F238E27FC236}">
                <a16:creationId xmlns:a16="http://schemas.microsoft.com/office/drawing/2014/main" id="{A8D8CCBB-60F1-421E-BD7C-5B2872A3F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0352" y="6437938"/>
            <a:ext cx="5096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fld id="{7E1A2DEA-0812-41F9-88C5-48F7F643210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9" name="Текст 17">
            <a:extLst>
              <a:ext uri="{FF2B5EF4-FFF2-40B4-BE49-F238E27FC236}">
                <a16:creationId xmlns:a16="http://schemas.microsoft.com/office/drawing/2014/main" id="{4629834B-CBAD-4093-ABCE-9690483BEA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6" y="6354977"/>
            <a:ext cx="6096000" cy="323165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Примечание: текст примечание</a:t>
            </a:r>
            <a:b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Источник: ссылка на источник</a:t>
            </a: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8B36158A-9AEE-0840-82F5-4E223837A1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74924"/>
            <a:ext cx="9583505" cy="86177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ct val="100000"/>
              </a:lnSpc>
              <a:defRPr b="0" i="0">
                <a:solidFill>
                  <a:schemeClr val="bg1"/>
                </a:solidFill>
                <a:effectLst/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grpSp>
        <p:nvGrpSpPr>
          <p:cNvPr id="33" name="Group 17">
            <a:extLst>
              <a:ext uri="{FF2B5EF4-FFF2-40B4-BE49-F238E27FC236}">
                <a16:creationId xmlns:a16="http://schemas.microsoft.com/office/drawing/2014/main" id="{0C4DB0B1-5FC0-4FD0-944B-14AEC6A1205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11203" y="355612"/>
            <a:ext cx="1401792" cy="500399"/>
            <a:chOff x="4138328" y="2729353"/>
            <a:chExt cx="3915342" cy="1397663"/>
          </a:xfrm>
        </p:grpSpPr>
        <p:sp>
          <p:nvSpPr>
            <p:cNvPr id="34" name="Freeform 18">
              <a:extLst>
                <a:ext uri="{FF2B5EF4-FFF2-40B4-BE49-F238E27FC236}">
                  <a16:creationId xmlns:a16="http://schemas.microsoft.com/office/drawing/2014/main" id="{5D5A5A58-825A-4E7C-AD5C-B4CC747B4F1F}"/>
                </a:ext>
              </a:extLst>
            </p:cNvPr>
            <p:cNvSpPr/>
            <p:nvPr/>
          </p:nvSpPr>
          <p:spPr>
            <a:xfrm>
              <a:off x="4337924" y="2729353"/>
              <a:ext cx="990648" cy="182445"/>
            </a:xfrm>
            <a:custGeom>
              <a:avLst/>
              <a:gdLst>
                <a:gd name="connsiteX0" fmla="*/ 66804 w 990648"/>
                <a:gd name="connsiteY0" fmla="*/ 0 h 182445"/>
                <a:gd name="connsiteX1" fmla="*/ 0 w 990648"/>
                <a:gd name="connsiteY1" fmla="*/ 182446 h 182445"/>
                <a:gd name="connsiteX2" fmla="*/ 923845 w 990648"/>
                <a:gd name="connsiteY2" fmla="*/ 182446 h 182445"/>
                <a:gd name="connsiteX3" fmla="*/ 990649 w 990648"/>
                <a:gd name="connsiteY3" fmla="*/ 0 h 182445"/>
                <a:gd name="connsiteX4" fmla="*/ 66804 w 990648"/>
                <a:gd name="connsiteY4" fmla="*/ 0 h 182445"/>
                <a:gd name="connsiteX5" fmla="*/ 66804 w 990648"/>
                <a:gd name="connsiteY5" fmla="*/ 0 h 182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648" h="182445">
                  <a:moveTo>
                    <a:pt x="66804" y="0"/>
                  </a:moveTo>
                  <a:lnTo>
                    <a:pt x="0" y="182446"/>
                  </a:lnTo>
                  <a:lnTo>
                    <a:pt x="923845" y="182446"/>
                  </a:lnTo>
                  <a:lnTo>
                    <a:pt x="990649" y="0"/>
                  </a:lnTo>
                  <a:lnTo>
                    <a:pt x="66804" y="0"/>
                  </a:lnTo>
                  <a:lnTo>
                    <a:pt x="66804" y="0"/>
                  </a:lnTo>
                  <a:close/>
                </a:path>
              </a:pathLst>
            </a:custGeom>
            <a:solidFill>
              <a:schemeClr val="accent4"/>
            </a:solidFill>
            <a:ln w="81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5" name="Freeform 19">
              <a:extLst>
                <a:ext uri="{FF2B5EF4-FFF2-40B4-BE49-F238E27FC236}">
                  <a16:creationId xmlns:a16="http://schemas.microsoft.com/office/drawing/2014/main" id="{633FAEB1-CB1D-44D9-B69E-65052A821134}"/>
                </a:ext>
              </a:extLst>
            </p:cNvPr>
            <p:cNvSpPr/>
            <p:nvPr/>
          </p:nvSpPr>
          <p:spPr>
            <a:xfrm>
              <a:off x="5524910" y="3007094"/>
              <a:ext cx="2528760" cy="1119922"/>
            </a:xfrm>
            <a:custGeom>
              <a:avLst/>
              <a:gdLst>
                <a:gd name="connsiteX0" fmla="*/ 578421 w 2528760"/>
                <a:gd name="connsiteY0" fmla="*/ 522902 h 1119922"/>
                <a:gd name="connsiteX1" fmla="*/ 578421 w 2528760"/>
                <a:gd name="connsiteY1" fmla="*/ 526974 h 1119922"/>
                <a:gd name="connsiteX2" fmla="*/ 681886 w 2528760"/>
                <a:gd name="connsiteY2" fmla="*/ 587247 h 1119922"/>
                <a:gd name="connsiteX3" fmla="*/ 776388 w 2528760"/>
                <a:gd name="connsiteY3" fmla="*/ 806344 h 1119922"/>
                <a:gd name="connsiteX4" fmla="*/ 562943 w 2528760"/>
                <a:gd name="connsiteY4" fmla="*/ 1104447 h 1119922"/>
                <a:gd name="connsiteX5" fmla="*/ 401636 w 2528760"/>
                <a:gd name="connsiteY5" fmla="*/ 1119923 h 1119922"/>
                <a:gd name="connsiteX6" fmla="*/ 0 w 2528760"/>
                <a:gd name="connsiteY6" fmla="*/ 1119923 h 1119922"/>
                <a:gd name="connsiteX7" fmla="*/ 0 w 2528760"/>
                <a:gd name="connsiteY7" fmla="*/ 0 h 1119922"/>
                <a:gd name="connsiteX8" fmla="*/ 355200 w 2528760"/>
                <a:gd name="connsiteY8" fmla="*/ 0 h 1119922"/>
                <a:gd name="connsiteX9" fmla="*/ 522209 w 2528760"/>
                <a:gd name="connsiteY9" fmla="*/ 15475 h 1119922"/>
                <a:gd name="connsiteX10" fmla="*/ 735654 w 2528760"/>
                <a:gd name="connsiteY10" fmla="*/ 280999 h 1119922"/>
                <a:gd name="connsiteX11" fmla="*/ 664777 w 2528760"/>
                <a:gd name="connsiteY11" fmla="*/ 462630 h 1119922"/>
                <a:gd name="connsiteX12" fmla="*/ 578421 w 2528760"/>
                <a:gd name="connsiteY12" fmla="*/ 522902 h 1119922"/>
                <a:gd name="connsiteX13" fmla="*/ 578421 w 2528760"/>
                <a:gd name="connsiteY13" fmla="*/ 522902 h 1119922"/>
                <a:gd name="connsiteX14" fmla="*/ 223222 w 2528760"/>
                <a:gd name="connsiteY14" fmla="*/ 641003 h 1119922"/>
                <a:gd name="connsiteX15" fmla="*/ 223222 w 2528760"/>
                <a:gd name="connsiteY15" fmla="*/ 935034 h 1119922"/>
                <a:gd name="connsiteX16" fmla="*/ 377196 w 2528760"/>
                <a:gd name="connsiteY16" fmla="*/ 935034 h 1119922"/>
                <a:gd name="connsiteX17" fmla="*/ 496139 w 2528760"/>
                <a:gd name="connsiteY17" fmla="*/ 902454 h 1119922"/>
                <a:gd name="connsiteX18" fmla="*/ 540132 w 2528760"/>
                <a:gd name="connsiteY18" fmla="*/ 788426 h 1119922"/>
                <a:gd name="connsiteX19" fmla="*/ 511618 w 2528760"/>
                <a:gd name="connsiteY19" fmla="*/ 691501 h 1119922"/>
                <a:gd name="connsiteX20" fmla="*/ 369864 w 2528760"/>
                <a:gd name="connsiteY20" fmla="*/ 641003 h 1119922"/>
                <a:gd name="connsiteX21" fmla="*/ 223222 w 2528760"/>
                <a:gd name="connsiteY21" fmla="*/ 641003 h 1119922"/>
                <a:gd name="connsiteX22" fmla="*/ 223222 w 2528760"/>
                <a:gd name="connsiteY22" fmla="*/ 641003 h 1119922"/>
                <a:gd name="connsiteX23" fmla="*/ 220778 w 2528760"/>
                <a:gd name="connsiteY23" fmla="*/ 447155 h 1119922"/>
                <a:gd name="connsiteX24" fmla="*/ 345423 w 2528760"/>
                <a:gd name="connsiteY24" fmla="*/ 447155 h 1119922"/>
                <a:gd name="connsiteX25" fmla="*/ 422003 w 2528760"/>
                <a:gd name="connsiteY25" fmla="*/ 441453 h 1119922"/>
                <a:gd name="connsiteX26" fmla="*/ 506730 w 2528760"/>
                <a:gd name="connsiteY26" fmla="*/ 316022 h 1119922"/>
                <a:gd name="connsiteX27" fmla="*/ 422003 w 2528760"/>
                <a:gd name="connsiteY27" fmla="*/ 192219 h 1119922"/>
                <a:gd name="connsiteX28" fmla="*/ 337277 w 2528760"/>
                <a:gd name="connsiteY28" fmla="*/ 184074 h 1119922"/>
                <a:gd name="connsiteX29" fmla="*/ 219963 w 2528760"/>
                <a:gd name="connsiteY29" fmla="*/ 184074 h 1119922"/>
                <a:gd name="connsiteX30" fmla="*/ 219963 w 2528760"/>
                <a:gd name="connsiteY30" fmla="*/ 447155 h 1119922"/>
                <a:gd name="connsiteX31" fmla="*/ 220778 w 2528760"/>
                <a:gd name="connsiteY31" fmla="*/ 447155 h 1119922"/>
                <a:gd name="connsiteX32" fmla="*/ 1110406 w 2528760"/>
                <a:gd name="connsiteY32" fmla="*/ 1119108 h 1119922"/>
                <a:gd name="connsiteX33" fmla="*/ 1110406 w 2528760"/>
                <a:gd name="connsiteY33" fmla="*/ 187333 h 1119922"/>
                <a:gd name="connsiteX34" fmla="*/ 789423 w 2528760"/>
                <a:gd name="connsiteY34" fmla="*/ 187333 h 1119922"/>
                <a:gd name="connsiteX35" fmla="*/ 789423 w 2528760"/>
                <a:gd name="connsiteY35" fmla="*/ 0 h 1119922"/>
                <a:gd name="connsiteX36" fmla="*/ 1680681 w 2528760"/>
                <a:gd name="connsiteY36" fmla="*/ 0 h 1119922"/>
                <a:gd name="connsiteX37" fmla="*/ 1617136 w 2528760"/>
                <a:gd name="connsiteY37" fmla="*/ 187333 h 1119922"/>
                <a:gd name="connsiteX38" fmla="*/ 1332813 w 2528760"/>
                <a:gd name="connsiteY38" fmla="*/ 187333 h 1119922"/>
                <a:gd name="connsiteX39" fmla="*/ 1332813 w 2528760"/>
                <a:gd name="connsiteY39" fmla="*/ 1118294 h 1119922"/>
                <a:gd name="connsiteX40" fmla="*/ 1110406 w 2528760"/>
                <a:gd name="connsiteY40" fmla="*/ 1118294 h 1119922"/>
                <a:gd name="connsiteX41" fmla="*/ 1110406 w 2528760"/>
                <a:gd name="connsiteY41" fmla="*/ 1119108 h 1119922"/>
                <a:gd name="connsiteX42" fmla="*/ 1749929 w 2528760"/>
                <a:gd name="connsiteY42" fmla="*/ 1119108 h 1119922"/>
                <a:gd name="connsiteX43" fmla="*/ 1749929 w 2528760"/>
                <a:gd name="connsiteY43" fmla="*/ 0 h 1119922"/>
                <a:gd name="connsiteX44" fmla="*/ 2472548 w 2528760"/>
                <a:gd name="connsiteY44" fmla="*/ 0 h 1119922"/>
                <a:gd name="connsiteX45" fmla="*/ 2409003 w 2528760"/>
                <a:gd name="connsiteY45" fmla="*/ 187333 h 1119922"/>
                <a:gd name="connsiteX46" fmla="*/ 1970706 w 2528760"/>
                <a:gd name="connsiteY46" fmla="*/ 187333 h 1119922"/>
                <a:gd name="connsiteX47" fmla="*/ 1970706 w 2528760"/>
                <a:gd name="connsiteY47" fmla="*/ 434937 h 1119922"/>
                <a:gd name="connsiteX48" fmla="*/ 2149121 w 2528760"/>
                <a:gd name="connsiteY48" fmla="*/ 434937 h 1119922"/>
                <a:gd name="connsiteX49" fmla="*/ 2419594 w 2528760"/>
                <a:gd name="connsiteY49" fmla="*/ 513943 h 1119922"/>
                <a:gd name="connsiteX50" fmla="*/ 2528761 w 2528760"/>
                <a:gd name="connsiteY50" fmla="*/ 779466 h 1119922"/>
                <a:gd name="connsiteX51" fmla="*/ 2398412 w 2528760"/>
                <a:gd name="connsiteY51" fmla="*/ 1056393 h 1119922"/>
                <a:gd name="connsiteX52" fmla="*/ 2108387 w 2528760"/>
                <a:gd name="connsiteY52" fmla="*/ 1118294 h 1119922"/>
                <a:gd name="connsiteX53" fmla="*/ 1749929 w 2528760"/>
                <a:gd name="connsiteY53" fmla="*/ 1118294 h 1119922"/>
                <a:gd name="connsiteX54" fmla="*/ 1749929 w 2528760"/>
                <a:gd name="connsiteY54" fmla="*/ 1119108 h 1119922"/>
                <a:gd name="connsiteX55" fmla="*/ 1970706 w 2528760"/>
                <a:gd name="connsiteY55" fmla="*/ 930961 h 1119922"/>
                <a:gd name="connsiteX56" fmla="*/ 2137715 w 2528760"/>
                <a:gd name="connsiteY56" fmla="*/ 930961 h 1119922"/>
                <a:gd name="connsiteX57" fmla="*/ 2266434 w 2528760"/>
                <a:gd name="connsiteY57" fmla="*/ 880463 h 1119922"/>
                <a:gd name="connsiteX58" fmla="*/ 2299021 w 2528760"/>
                <a:gd name="connsiteY58" fmla="*/ 773765 h 1119922"/>
                <a:gd name="connsiteX59" fmla="*/ 2241179 w 2528760"/>
                <a:gd name="connsiteY59" fmla="*/ 645890 h 1119922"/>
                <a:gd name="connsiteX60" fmla="*/ 2135271 w 2528760"/>
                <a:gd name="connsiteY60" fmla="*/ 619012 h 1119922"/>
                <a:gd name="connsiteX61" fmla="*/ 1969892 w 2528760"/>
                <a:gd name="connsiteY61" fmla="*/ 619012 h 1119922"/>
                <a:gd name="connsiteX62" fmla="*/ 1969892 w 2528760"/>
                <a:gd name="connsiteY62" fmla="*/ 930961 h 1119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2528760" h="1119922">
                  <a:moveTo>
                    <a:pt x="578421" y="522902"/>
                  </a:moveTo>
                  <a:lnTo>
                    <a:pt x="578421" y="526974"/>
                  </a:lnTo>
                  <a:cubicBezTo>
                    <a:pt x="620785" y="542450"/>
                    <a:pt x="660704" y="569328"/>
                    <a:pt x="681886" y="587247"/>
                  </a:cubicBezTo>
                  <a:cubicBezTo>
                    <a:pt x="747060" y="641818"/>
                    <a:pt x="776388" y="712678"/>
                    <a:pt x="776388" y="806344"/>
                  </a:cubicBezTo>
                  <a:cubicBezTo>
                    <a:pt x="776388" y="959468"/>
                    <a:pt x="695735" y="1069424"/>
                    <a:pt x="562943" y="1104447"/>
                  </a:cubicBezTo>
                  <a:cubicBezTo>
                    <a:pt x="522209" y="1115850"/>
                    <a:pt x="480660" y="1119923"/>
                    <a:pt x="401636" y="1119923"/>
                  </a:cubicBezTo>
                  <a:lnTo>
                    <a:pt x="0" y="1119923"/>
                  </a:lnTo>
                  <a:lnTo>
                    <a:pt x="0" y="0"/>
                  </a:lnTo>
                  <a:lnTo>
                    <a:pt x="355200" y="0"/>
                  </a:lnTo>
                  <a:cubicBezTo>
                    <a:pt x="428521" y="0"/>
                    <a:pt x="478216" y="4072"/>
                    <a:pt x="522209" y="15475"/>
                  </a:cubicBezTo>
                  <a:cubicBezTo>
                    <a:pt x="650928" y="50498"/>
                    <a:pt x="735654" y="139277"/>
                    <a:pt x="735654" y="280999"/>
                  </a:cubicBezTo>
                  <a:cubicBezTo>
                    <a:pt x="735654" y="356746"/>
                    <a:pt x="708770" y="420276"/>
                    <a:pt x="664777" y="462630"/>
                  </a:cubicBezTo>
                  <a:cubicBezTo>
                    <a:pt x="645225" y="482178"/>
                    <a:pt x="618341" y="504983"/>
                    <a:pt x="578421" y="522902"/>
                  </a:cubicBezTo>
                  <a:lnTo>
                    <a:pt x="578421" y="522902"/>
                  </a:lnTo>
                  <a:close/>
                  <a:moveTo>
                    <a:pt x="223222" y="641003"/>
                  </a:moveTo>
                  <a:lnTo>
                    <a:pt x="223222" y="935034"/>
                  </a:lnTo>
                  <a:lnTo>
                    <a:pt x="377196" y="935034"/>
                  </a:lnTo>
                  <a:cubicBezTo>
                    <a:pt x="423633" y="935034"/>
                    <a:pt x="465181" y="930961"/>
                    <a:pt x="496139" y="902454"/>
                  </a:cubicBezTo>
                  <a:cubicBezTo>
                    <a:pt x="527097" y="873132"/>
                    <a:pt x="540132" y="836480"/>
                    <a:pt x="540132" y="788426"/>
                  </a:cubicBezTo>
                  <a:cubicBezTo>
                    <a:pt x="540132" y="751774"/>
                    <a:pt x="530355" y="716751"/>
                    <a:pt x="511618" y="691501"/>
                  </a:cubicBezTo>
                  <a:cubicBezTo>
                    <a:pt x="479031" y="650777"/>
                    <a:pt x="438297" y="641003"/>
                    <a:pt x="369864" y="641003"/>
                  </a:cubicBezTo>
                  <a:lnTo>
                    <a:pt x="223222" y="641003"/>
                  </a:lnTo>
                  <a:lnTo>
                    <a:pt x="223222" y="641003"/>
                  </a:lnTo>
                  <a:close/>
                  <a:moveTo>
                    <a:pt x="220778" y="447155"/>
                  </a:moveTo>
                  <a:lnTo>
                    <a:pt x="345423" y="447155"/>
                  </a:lnTo>
                  <a:cubicBezTo>
                    <a:pt x="383713" y="447155"/>
                    <a:pt x="403266" y="447155"/>
                    <a:pt x="422003" y="441453"/>
                  </a:cubicBezTo>
                  <a:cubicBezTo>
                    <a:pt x="474143" y="425978"/>
                    <a:pt x="506730" y="379552"/>
                    <a:pt x="506730" y="316022"/>
                  </a:cubicBezTo>
                  <a:cubicBezTo>
                    <a:pt x="506730" y="240274"/>
                    <a:pt x="472513" y="207695"/>
                    <a:pt x="422003" y="192219"/>
                  </a:cubicBezTo>
                  <a:cubicBezTo>
                    <a:pt x="400822" y="186518"/>
                    <a:pt x="379640" y="184074"/>
                    <a:pt x="337277" y="184074"/>
                  </a:cubicBezTo>
                  <a:lnTo>
                    <a:pt x="219963" y="184074"/>
                  </a:lnTo>
                  <a:lnTo>
                    <a:pt x="219963" y="447155"/>
                  </a:lnTo>
                  <a:lnTo>
                    <a:pt x="220778" y="447155"/>
                  </a:lnTo>
                  <a:close/>
                  <a:moveTo>
                    <a:pt x="1110406" y="1119108"/>
                  </a:moveTo>
                  <a:lnTo>
                    <a:pt x="1110406" y="187333"/>
                  </a:lnTo>
                  <a:lnTo>
                    <a:pt x="789423" y="187333"/>
                  </a:lnTo>
                  <a:lnTo>
                    <a:pt x="789423" y="0"/>
                  </a:lnTo>
                  <a:lnTo>
                    <a:pt x="1680681" y="0"/>
                  </a:lnTo>
                  <a:lnTo>
                    <a:pt x="1617136" y="187333"/>
                  </a:lnTo>
                  <a:lnTo>
                    <a:pt x="1332813" y="187333"/>
                  </a:lnTo>
                  <a:lnTo>
                    <a:pt x="1332813" y="1118294"/>
                  </a:lnTo>
                  <a:lnTo>
                    <a:pt x="1110406" y="1118294"/>
                  </a:lnTo>
                  <a:lnTo>
                    <a:pt x="1110406" y="1119108"/>
                  </a:lnTo>
                  <a:close/>
                  <a:moveTo>
                    <a:pt x="1749929" y="1119108"/>
                  </a:moveTo>
                  <a:lnTo>
                    <a:pt x="1749929" y="0"/>
                  </a:lnTo>
                  <a:lnTo>
                    <a:pt x="2472548" y="0"/>
                  </a:lnTo>
                  <a:lnTo>
                    <a:pt x="2409003" y="187333"/>
                  </a:lnTo>
                  <a:lnTo>
                    <a:pt x="1970706" y="187333"/>
                  </a:lnTo>
                  <a:lnTo>
                    <a:pt x="1970706" y="434937"/>
                  </a:lnTo>
                  <a:lnTo>
                    <a:pt x="2149121" y="434937"/>
                  </a:lnTo>
                  <a:cubicBezTo>
                    <a:pt x="2293319" y="434937"/>
                    <a:pt x="2368269" y="469960"/>
                    <a:pt x="2419594" y="513943"/>
                  </a:cubicBezTo>
                  <a:cubicBezTo>
                    <a:pt x="2460328" y="548966"/>
                    <a:pt x="2528761" y="626342"/>
                    <a:pt x="2528761" y="779466"/>
                  </a:cubicBezTo>
                  <a:cubicBezTo>
                    <a:pt x="2528761" y="930147"/>
                    <a:pt x="2457883" y="1014039"/>
                    <a:pt x="2398412" y="1056393"/>
                  </a:cubicBezTo>
                  <a:cubicBezTo>
                    <a:pt x="2329164" y="1104447"/>
                    <a:pt x="2256658" y="1118294"/>
                    <a:pt x="2108387" y="1118294"/>
                  </a:cubicBezTo>
                  <a:lnTo>
                    <a:pt x="1749929" y="1118294"/>
                  </a:lnTo>
                  <a:lnTo>
                    <a:pt x="1749929" y="1119108"/>
                  </a:lnTo>
                  <a:close/>
                  <a:moveTo>
                    <a:pt x="1970706" y="930961"/>
                  </a:moveTo>
                  <a:lnTo>
                    <a:pt x="2137715" y="930961"/>
                  </a:lnTo>
                  <a:cubicBezTo>
                    <a:pt x="2201260" y="930961"/>
                    <a:pt x="2239550" y="915486"/>
                    <a:pt x="2266434" y="880463"/>
                  </a:cubicBezTo>
                  <a:cubicBezTo>
                    <a:pt x="2280284" y="863359"/>
                    <a:pt x="2299021" y="832408"/>
                    <a:pt x="2299021" y="773765"/>
                  </a:cubicBezTo>
                  <a:cubicBezTo>
                    <a:pt x="2299021" y="715936"/>
                    <a:pt x="2279469" y="675212"/>
                    <a:pt x="2241179" y="645890"/>
                  </a:cubicBezTo>
                  <a:cubicBezTo>
                    <a:pt x="2218368" y="628786"/>
                    <a:pt x="2187411" y="619012"/>
                    <a:pt x="2135271" y="619012"/>
                  </a:cubicBezTo>
                  <a:lnTo>
                    <a:pt x="1969892" y="619012"/>
                  </a:lnTo>
                  <a:lnTo>
                    <a:pt x="1969892" y="930961"/>
                  </a:lnTo>
                  <a:close/>
                </a:path>
              </a:pathLst>
            </a:custGeom>
            <a:solidFill>
              <a:schemeClr val="bg1"/>
            </a:solidFill>
            <a:ln w="81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6" name="Freeform 20">
              <a:extLst>
                <a:ext uri="{FF2B5EF4-FFF2-40B4-BE49-F238E27FC236}">
                  <a16:creationId xmlns:a16="http://schemas.microsoft.com/office/drawing/2014/main" id="{03C84947-2282-40B1-A550-72AD1290A55F}"/>
                </a:ext>
              </a:extLst>
            </p:cNvPr>
            <p:cNvSpPr/>
            <p:nvPr/>
          </p:nvSpPr>
          <p:spPr>
            <a:xfrm>
              <a:off x="4238534" y="3003836"/>
              <a:ext cx="990648" cy="182445"/>
            </a:xfrm>
            <a:custGeom>
              <a:avLst/>
              <a:gdLst>
                <a:gd name="connsiteX0" fmla="*/ 65989 w 990648"/>
                <a:gd name="connsiteY0" fmla="*/ 0 h 182445"/>
                <a:gd name="connsiteX1" fmla="*/ 0 w 990648"/>
                <a:gd name="connsiteY1" fmla="*/ 182446 h 182445"/>
                <a:gd name="connsiteX2" fmla="*/ 923845 w 990648"/>
                <a:gd name="connsiteY2" fmla="*/ 182446 h 182445"/>
                <a:gd name="connsiteX3" fmla="*/ 990649 w 990648"/>
                <a:gd name="connsiteY3" fmla="*/ 0 h 182445"/>
                <a:gd name="connsiteX4" fmla="*/ 65989 w 990648"/>
                <a:gd name="connsiteY4" fmla="*/ 0 h 182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0648" h="182445">
                  <a:moveTo>
                    <a:pt x="65989" y="0"/>
                  </a:moveTo>
                  <a:lnTo>
                    <a:pt x="0" y="182446"/>
                  </a:lnTo>
                  <a:lnTo>
                    <a:pt x="923845" y="182446"/>
                  </a:lnTo>
                  <a:lnTo>
                    <a:pt x="990649" y="0"/>
                  </a:lnTo>
                  <a:lnTo>
                    <a:pt x="65989" y="0"/>
                  </a:lnTo>
                  <a:close/>
                </a:path>
              </a:pathLst>
            </a:custGeom>
            <a:solidFill>
              <a:schemeClr val="accent4"/>
            </a:solidFill>
            <a:ln w="81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7" name="Freeform 21">
              <a:extLst>
                <a:ext uri="{FF2B5EF4-FFF2-40B4-BE49-F238E27FC236}">
                  <a16:creationId xmlns:a16="http://schemas.microsoft.com/office/drawing/2014/main" id="{A555C434-2259-42DB-A604-166E1FEDE656}"/>
                </a:ext>
              </a:extLst>
            </p:cNvPr>
            <p:cNvSpPr/>
            <p:nvPr/>
          </p:nvSpPr>
          <p:spPr>
            <a:xfrm>
              <a:off x="4138328" y="3277504"/>
              <a:ext cx="990648" cy="182445"/>
            </a:xfrm>
            <a:custGeom>
              <a:avLst/>
              <a:gdLst>
                <a:gd name="connsiteX0" fmla="*/ 66804 w 990648"/>
                <a:gd name="connsiteY0" fmla="*/ 0 h 182445"/>
                <a:gd name="connsiteX1" fmla="*/ 0 w 990648"/>
                <a:gd name="connsiteY1" fmla="*/ 182446 h 182445"/>
                <a:gd name="connsiteX2" fmla="*/ 923845 w 990648"/>
                <a:gd name="connsiteY2" fmla="*/ 182446 h 182445"/>
                <a:gd name="connsiteX3" fmla="*/ 990648 w 990648"/>
                <a:gd name="connsiteY3" fmla="*/ 0 h 182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0648" h="182445">
                  <a:moveTo>
                    <a:pt x="66804" y="0"/>
                  </a:moveTo>
                  <a:lnTo>
                    <a:pt x="0" y="182446"/>
                  </a:lnTo>
                  <a:lnTo>
                    <a:pt x="923845" y="182446"/>
                  </a:lnTo>
                  <a:lnTo>
                    <a:pt x="990648" y="0"/>
                  </a:lnTo>
                  <a:close/>
                </a:path>
              </a:pathLst>
            </a:custGeom>
            <a:solidFill>
              <a:schemeClr val="accent4"/>
            </a:solidFill>
            <a:ln w="81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0431917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TB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лилиния: фигура 4">
            <a:extLst>
              <a:ext uri="{FF2B5EF4-FFF2-40B4-BE49-F238E27FC236}">
                <a16:creationId xmlns:a16="http://schemas.microsoft.com/office/drawing/2014/main" id="{6C7F0639-814E-4195-9628-D2EBFAFDE6F7}"/>
              </a:ext>
            </a:extLst>
          </p:cNvPr>
          <p:cNvSpPr/>
          <p:nvPr userDrawn="1"/>
        </p:nvSpPr>
        <p:spPr>
          <a:xfrm>
            <a:off x="11032337" y="6432551"/>
            <a:ext cx="1159663" cy="378704"/>
          </a:xfrm>
          <a:custGeom>
            <a:avLst/>
            <a:gdLst>
              <a:gd name="connsiteX0" fmla="*/ 133516 w 1159663"/>
              <a:gd name="connsiteY0" fmla="*/ 0 h 378704"/>
              <a:gd name="connsiteX1" fmla="*/ 1159663 w 1159663"/>
              <a:gd name="connsiteY1" fmla="*/ 0 h 378704"/>
              <a:gd name="connsiteX2" fmla="*/ 1159663 w 1159663"/>
              <a:gd name="connsiteY2" fmla="*/ 378704 h 378704"/>
              <a:gd name="connsiteX3" fmla="*/ 0 w 1159663"/>
              <a:gd name="connsiteY3" fmla="*/ 378704 h 378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9663" h="378704">
                <a:moveTo>
                  <a:pt x="133516" y="0"/>
                </a:moveTo>
                <a:lnTo>
                  <a:pt x="1159663" y="0"/>
                </a:lnTo>
                <a:lnTo>
                  <a:pt x="1159663" y="378704"/>
                </a:lnTo>
                <a:lnTo>
                  <a:pt x="0" y="378704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4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3" name="Номер слайда 3">
            <a:extLst>
              <a:ext uri="{FF2B5EF4-FFF2-40B4-BE49-F238E27FC236}">
                <a16:creationId xmlns:a16="http://schemas.microsoft.com/office/drawing/2014/main" id="{84B1B748-B043-4E1C-8096-AA00B715A3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0352" y="6437938"/>
            <a:ext cx="5096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fld id="{7E1A2DEA-0812-41F9-88C5-48F7F643210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Текст 17">
            <a:extLst>
              <a:ext uri="{FF2B5EF4-FFF2-40B4-BE49-F238E27FC236}">
                <a16:creationId xmlns:a16="http://schemas.microsoft.com/office/drawing/2014/main" id="{DB9C2D3E-C730-41C9-829D-45EB49E3B4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6" y="6354977"/>
            <a:ext cx="6096000" cy="3231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Примечание: текст примечания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Источник: ссылка на источник</a:t>
            </a:r>
          </a:p>
        </p:txBody>
      </p:sp>
    </p:spTree>
    <p:extLst>
      <p:ext uri="{BB962C8B-B14F-4D97-AF65-F5344CB8AC3E}">
        <p14:creationId xmlns:p14="http://schemas.microsoft.com/office/powerpoint/2010/main" val="8762435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TB Cover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 descr="Изображение выглядит как внешний, снег, мужчина, ночь&#10;&#10;Автоматически созданное описание">
            <a:extLst>
              <a:ext uri="{FF2B5EF4-FFF2-40B4-BE49-F238E27FC236}">
                <a16:creationId xmlns:a16="http://schemas.microsoft.com/office/drawing/2014/main" id="{98E0F102-AD75-45C1-8417-EB5B1680D2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7C03FCEC-C5A4-484C-AADB-D0EA0F91702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66960" y="566895"/>
            <a:ext cx="1709103" cy="604845"/>
          </a:xfrm>
          <a:prstGeom prst="rect">
            <a:avLst/>
          </a:prstGeom>
        </p:spPr>
      </p:pic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D1E22208-B549-4009-A136-AF2E5C87FCCD}"/>
              </a:ext>
            </a:extLst>
          </p:cNvPr>
          <p:cNvGrpSpPr/>
          <p:nvPr userDrawn="1"/>
        </p:nvGrpSpPr>
        <p:grpSpPr>
          <a:xfrm>
            <a:off x="1" y="4070466"/>
            <a:ext cx="5012555" cy="616766"/>
            <a:chOff x="1" y="4070466"/>
            <a:chExt cx="5012555" cy="616766"/>
          </a:xfrm>
        </p:grpSpPr>
        <p:sp>
          <p:nvSpPr>
            <p:cNvPr id="13" name="Полилиния: фигура 12">
              <a:extLst>
                <a:ext uri="{FF2B5EF4-FFF2-40B4-BE49-F238E27FC236}">
                  <a16:creationId xmlns:a16="http://schemas.microsoft.com/office/drawing/2014/main" id="{7F4462C3-B8A9-4D52-B70F-B6ACAC630B6D}"/>
                </a:ext>
              </a:extLst>
            </p:cNvPr>
            <p:cNvSpPr/>
            <p:nvPr/>
          </p:nvSpPr>
          <p:spPr>
            <a:xfrm>
              <a:off x="1" y="4070466"/>
              <a:ext cx="4953000" cy="616766"/>
            </a:xfrm>
            <a:custGeom>
              <a:avLst/>
              <a:gdLst>
                <a:gd name="connsiteX0" fmla="*/ 0 w 5401805"/>
                <a:gd name="connsiteY0" fmla="*/ 0 h 672653"/>
                <a:gd name="connsiteX1" fmla="*/ 5401805 w 5401805"/>
                <a:gd name="connsiteY1" fmla="*/ 0 h 672653"/>
                <a:gd name="connsiteX2" fmla="*/ 5180516 w 5401805"/>
                <a:gd name="connsiteY2" fmla="*/ 672653 h 672653"/>
                <a:gd name="connsiteX3" fmla="*/ 0 w 5401805"/>
                <a:gd name="connsiteY3" fmla="*/ 672653 h 672653"/>
                <a:gd name="connsiteX4" fmla="*/ 0 w 5401805"/>
                <a:gd name="connsiteY4" fmla="*/ 0 h 672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01805" h="672653">
                  <a:moveTo>
                    <a:pt x="0" y="0"/>
                  </a:moveTo>
                  <a:lnTo>
                    <a:pt x="5401805" y="0"/>
                  </a:lnTo>
                  <a:lnTo>
                    <a:pt x="5180516" y="672653"/>
                  </a:lnTo>
                  <a:lnTo>
                    <a:pt x="0" y="6726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ru-RU">
                <a:solidFill>
                  <a:schemeClr val="bg1"/>
                </a:solidFill>
                <a:latin typeface="VTB Group Regular"/>
              </a:endParaRPr>
            </a:p>
          </p:txBody>
        </p:sp>
        <p:sp>
          <p:nvSpPr>
            <p:cNvPr id="14" name="Полилиния: фигура 13">
              <a:extLst>
                <a:ext uri="{FF2B5EF4-FFF2-40B4-BE49-F238E27FC236}">
                  <a16:creationId xmlns:a16="http://schemas.microsoft.com/office/drawing/2014/main" id="{38777FD9-C9AC-43FA-AE0B-4C3A7E1B9DD4}"/>
                </a:ext>
              </a:extLst>
            </p:cNvPr>
            <p:cNvSpPr/>
            <p:nvPr/>
          </p:nvSpPr>
          <p:spPr>
            <a:xfrm>
              <a:off x="59556" y="4070466"/>
              <a:ext cx="4953000" cy="616766"/>
            </a:xfrm>
            <a:custGeom>
              <a:avLst/>
              <a:gdLst>
                <a:gd name="connsiteX0" fmla="*/ 0 w 5401805"/>
                <a:gd name="connsiteY0" fmla="*/ 0 h 672653"/>
                <a:gd name="connsiteX1" fmla="*/ 5401805 w 5401805"/>
                <a:gd name="connsiteY1" fmla="*/ 0 h 672653"/>
                <a:gd name="connsiteX2" fmla="*/ 5180516 w 5401805"/>
                <a:gd name="connsiteY2" fmla="*/ 672653 h 672653"/>
                <a:gd name="connsiteX3" fmla="*/ 0 w 5401805"/>
                <a:gd name="connsiteY3" fmla="*/ 672653 h 672653"/>
                <a:gd name="connsiteX4" fmla="*/ 0 w 5401805"/>
                <a:gd name="connsiteY4" fmla="*/ 0 h 672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01805" h="672653">
                  <a:moveTo>
                    <a:pt x="0" y="0"/>
                  </a:moveTo>
                  <a:lnTo>
                    <a:pt x="5401805" y="0"/>
                  </a:lnTo>
                  <a:lnTo>
                    <a:pt x="5180516" y="672653"/>
                  </a:lnTo>
                  <a:lnTo>
                    <a:pt x="0" y="6726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53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ru-RU">
                <a:solidFill>
                  <a:schemeClr val="bg1"/>
                </a:solidFill>
                <a:latin typeface="VTB Group Regular"/>
              </a:endParaRPr>
            </a:p>
          </p:txBody>
        </p:sp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9CD08C4-587A-4D9D-988F-A8DDEE579D1D}"/>
              </a:ext>
            </a:extLst>
          </p:cNvPr>
          <p:cNvGrpSpPr/>
          <p:nvPr userDrawn="1"/>
        </p:nvGrpSpPr>
        <p:grpSpPr>
          <a:xfrm>
            <a:off x="0" y="2170769"/>
            <a:ext cx="5656837" cy="1824862"/>
            <a:chOff x="0" y="2170769"/>
            <a:chExt cx="5656837" cy="1824862"/>
          </a:xfrm>
        </p:grpSpPr>
        <p:sp>
          <p:nvSpPr>
            <p:cNvPr id="16" name="Полилиния: фигура 23">
              <a:extLst>
                <a:ext uri="{FF2B5EF4-FFF2-40B4-BE49-F238E27FC236}">
                  <a16:creationId xmlns:a16="http://schemas.microsoft.com/office/drawing/2014/main" id="{5C80BCF6-457A-43F0-A609-406833AC5505}"/>
                </a:ext>
              </a:extLst>
            </p:cNvPr>
            <p:cNvSpPr/>
            <p:nvPr/>
          </p:nvSpPr>
          <p:spPr>
            <a:xfrm>
              <a:off x="0" y="2170769"/>
              <a:ext cx="5597282" cy="1824862"/>
            </a:xfrm>
            <a:custGeom>
              <a:avLst/>
              <a:gdLst>
                <a:gd name="connsiteX0" fmla="*/ 0 w 6975588"/>
                <a:gd name="connsiteY0" fmla="*/ 0 h 2122291"/>
                <a:gd name="connsiteX1" fmla="*/ 6975588 w 6975588"/>
                <a:gd name="connsiteY1" fmla="*/ 0 h 2122291"/>
                <a:gd name="connsiteX2" fmla="*/ 6204693 w 6975588"/>
                <a:gd name="connsiteY2" fmla="*/ 2120589 h 2122291"/>
                <a:gd name="connsiteX3" fmla="*/ 0 w 6975588"/>
                <a:gd name="connsiteY3" fmla="*/ 2122291 h 2122291"/>
                <a:gd name="connsiteX4" fmla="*/ 0 w 6975588"/>
                <a:gd name="connsiteY4" fmla="*/ 0 h 2122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75588" h="2122291">
                  <a:moveTo>
                    <a:pt x="0" y="0"/>
                  </a:moveTo>
                  <a:lnTo>
                    <a:pt x="6975588" y="0"/>
                  </a:lnTo>
                  <a:lnTo>
                    <a:pt x="6204693" y="2120589"/>
                  </a:lnTo>
                  <a:lnTo>
                    <a:pt x="0" y="21222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endParaRPr>
            </a:p>
          </p:txBody>
        </p:sp>
        <p:sp>
          <p:nvSpPr>
            <p:cNvPr id="17" name="Полилиния: фигура 16">
              <a:extLst>
                <a:ext uri="{FF2B5EF4-FFF2-40B4-BE49-F238E27FC236}">
                  <a16:creationId xmlns:a16="http://schemas.microsoft.com/office/drawing/2014/main" id="{0ED6B969-6294-4A9C-B4B5-52ECC1810B03}"/>
                </a:ext>
              </a:extLst>
            </p:cNvPr>
            <p:cNvSpPr/>
            <p:nvPr/>
          </p:nvSpPr>
          <p:spPr>
            <a:xfrm>
              <a:off x="59555" y="2170769"/>
              <a:ext cx="5597282" cy="1824862"/>
            </a:xfrm>
            <a:custGeom>
              <a:avLst/>
              <a:gdLst>
                <a:gd name="connsiteX0" fmla="*/ 0 w 6975588"/>
                <a:gd name="connsiteY0" fmla="*/ 0 h 2122291"/>
                <a:gd name="connsiteX1" fmla="*/ 6975588 w 6975588"/>
                <a:gd name="connsiteY1" fmla="*/ 0 h 2122291"/>
                <a:gd name="connsiteX2" fmla="*/ 6204693 w 6975588"/>
                <a:gd name="connsiteY2" fmla="*/ 2120589 h 2122291"/>
                <a:gd name="connsiteX3" fmla="*/ 0 w 6975588"/>
                <a:gd name="connsiteY3" fmla="*/ 2122291 h 2122291"/>
                <a:gd name="connsiteX4" fmla="*/ 0 w 6975588"/>
                <a:gd name="connsiteY4" fmla="*/ 0 h 2122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75588" h="2122291">
                  <a:moveTo>
                    <a:pt x="0" y="0"/>
                  </a:moveTo>
                  <a:lnTo>
                    <a:pt x="6975588" y="0"/>
                  </a:lnTo>
                  <a:lnTo>
                    <a:pt x="6204693" y="2120589"/>
                  </a:lnTo>
                  <a:lnTo>
                    <a:pt x="0" y="21222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alpha val="54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endParaRPr>
            </a:p>
          </p:txBody>
        </p:sp>
      </p:grp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6AB07726-EF2F-4536-BBD5-7D170229D9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2335303"/>
            <a:ext cx="4392329" cy="14957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ru-RU" sz="36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Заголовок</a:t>
            </a:r>
            <a:b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титульного слайда</a:t>
            </a:r>
            <a:br>
              <a:rPr kumimoji="0" lang="en-US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Light" panose="020B0403040504020204" pitchFamily="34" charset="0"/>
              </a:rPr>
              <a:t>до трех строк</a:t>
            </a:r>
          </a:p>
        </p:txBody>
      </p:sp>
      <p:sp>
        <p:nvSpPr>
          <p:cNvPr id="19" name="Текст 5">
            <a:extLst>
              <a:ext uri="{FF2B5EF4-FFF2-40B4-BE49-F238E27FC236}">
                <a16:creationId xmlns:a16="http://schemas.microsoft.com/office/drawing/2014/main" id="{52AD6794-2D2F-47DD-AF45-464C18B54B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9" y="4184950"/>
            <a:ext cx="3813544" cy="3877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00AAFF"/>
              </a:buClr>
              <a:buSzTx/>
              <a:buFont typeface="Arial" panose="020B0604020202020204" pitchFamily="34" charset="0"/>
              <a:buNone/>
              <a:tabLst/>
              <a:defRPr lang="ru-RU" sz="1400" dirty="0" smtClean="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00AAFF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Подзаголовок до двух строк</a:t>
            </a:r>
            <a:br>
              <a:rPr lang="ru-RU" dirty="0"/>
            </a:br>
            <a:r>
              <a:rPr lang="ru-RU" dirty="0"/>
              <a:t>Подзаголовок до двух строк</a:t>
            </a:r>
          </a:p>
        </p:txBody>
      </p:sp>
    </p:spTree>
    <p:extLst>
      <p:ext uri="{BB962C8B-B14F-4D97-AF65-F5344CB8AC3E}">
        <p14:creationId xmlns:p14="http://schemas.microsoft.com/office/powerpoint/2010/main" val="40853327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TB Cover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3C3DE79-1EA2-4208-B12D-58232E06E1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E278E53-137D-478B-9010-E4BD3FB9374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7000">
                <a:srgbClr val="002284">
                  <a:alpha val="84000"/>
                </a:srgbClr>
              </a:gs>
              <a:gs pos="52000">
                <a:schemeClr val="accent1">
                  <a:alpha val="16000"/>
                </a:schemeClr>
              </a:gs>
            </a:gsLst>
            <a:lin ang="2700000" scaled="0"/>
          </a:gra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rPr>
              <a:t> </a:t>
            </a:r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id="{0771F594-99B6-4BAB-AC0A-C6BB44D671D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66960" y="566895"/>
            <a:ext cx="1709103" cy="604845"/>
          </a:xfrm>
          <a:prstGeom prst="rect">
            <a:avLst/>
          </a:prstGeom>
        </p:spPr>
      </p:pic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285E9945-5FEA-4A1C-A73C-3DC544698D04}"/>
              </a:ext>
            </a:extLst>
          </p:cNvPr>
          <p:cNvGrpSpPr/>
          <p:nvPr userDrawn="1"/>
        </p:nvGrpSpPr>
        <p:grpSpPr>
          <a:xfrm>
            <a:off x="1" y="4070466"/>
            <a:ext cx="5012555" cy="616766"/>
            <a:chOff x="1" y="4070466"/>
            <a:chExt cx="5012555" cy="616766"/>
          </a:xfrm>
        </p:grpSpPr>
        <p:sp>
          <p:nvSpPr>
            <p:cNvPr id="14" name="Полилиния: фигура 13">
              <a:extLst>
                <a:ext uri="{FF2B5EF4-FFF2-40B4-BE49-F238E27FC236}">
                  <a16:creationId xmlns:a16="http://schemas.microsoft.com/office/drawing/2014/main" id="{394ADF35-ED0B-4343-979C-7C667479524E}"/>
                </a:ext>
              </a:extLst>
            </p:cNvPr>
            <p:cNvSpPr/>
            <p:nvPr/>
          </p:nvSpPr>
          <p:spPr>
            <a:xfrm>
              <a:off x="1" y="4070466"/>
              <a:ext cx="4953000" cy="616766"/>
            </a:xfrm>
            <a:custGeom>
              <a:avLst/>
              <a:gdLst>
                <a:gd name="connsiteX0" fmla="*/ 0 w 5401805"/>
                <a:gd name="connsiteY0" fmla="*/ 0 h 672653"/>
                <a:gd name="connsiteX1" fmla="*/ 5401805 w 5401805"/>
                <a:gd name="connsiteY1" fmla="*/ 0 h 672653"/>
                <a:gd name="connsiteX2" fmla="*/ 5180516 w 5401805"/>
                <a:gd name="connsiteY2" fmla="*/ 672653 h 672653"/>
                <a:gd name="connsiteX3" fmla="*/ 0 w 5401805"/>
                <a:gd name="connsiteY3" fmla="*/ 672653 h 672653"/>
                <a:gd name="connsiteX4" fmla="*/ 0 w 5401805"/>
                <a:gd name="connsiteY4" fmla="*/ 0 h 672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01805" h="672653">
                  <a:moveTo>
                    <a:pt x="0" y="0"/>
                  </a:moveTo>
                  <a:lnTo>
                    <a:pt x="5401805" y="0"/>
                  </a:lnTo>
                  <a:lnTo>
                    <a:pt x="5180516" y="672653"/>
                  </a:lnTo>
                  <a:lnTo>
                    <a:pt x="0" y="6726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ru-RU">
                <a:solidFill>
                  <a:schemeClr val="bg1"/>
                </a:solidFill>
                <a:latin typeface="VTB Group Regular"/>
              </a:endParaRPr>
            </a:p>
          </p:txBody>
        </p:sp>
        <p:sp>
          <p:nvSpPr>
            <p:cNvPr id="15" name="Полилиния: фигура 14">
              <a:extLst>
                <a:ext uri="{FF2B5EF4-FFF2-40B4-BE49-F238E27FC236}">
                  <a16:creationId xmlns:a16="http://schemas.microsoft.com/office/drawing/2014/main" id="{0CB0588E-5931-449B-A2F3-CB1F79C71A3F}"/>
                </a:ext>
              </a:extLst>
            </p:cNvPr>
            <p:cNvSpPr/>
            <p:nvPr/>
          </p:nvSpPr>
          <p:spPr>
            <a:xfrm>
              <a:off x="59556" y="4070466"/>
              <a:ext cx="4953000" cy="616766"/>
            </a:xfrm>
            <a:custGeom>
              <a:avLst/>
              <a:gdLst>
                <a:gd name="connsiteX0" fmla="*/ 0 w 5401805"/>
                <a:gd name="connsiteY0" fmla="*/ 0 h 672653"/>
                <a:gd name="connsiteX1" fmla="*/ 5401805 w 5401805"/>
                <a:gd name="connsiteY1" fmla="*/ 0 h 672653"/>
                <a:gd name="connsiteX2" fmla="*/ 5180516 w 5401805"/>
                <a:gd name="connsiteY2" fmla="*/ 672653 h 672653"/>
                <a:gd name="connsiteX3" fmla="*/ 0 w 5401805"/>
                <a:gd name="connsiteY3" fmla="*/ 672653 h 672653"/>
                <a:gd name="connsiteX4" fmla="*/ 0 w 5401805"/>
                <a:gd name="connsiteY4" fmla="*/ 0 h 672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01805" h="672653">
                  <a:moveTo>
                    <a:pt x="0" y="0"/>
                  </a:moveTo>
                  <a:lnTo>
                    <a:pt x="5401805" y="0"/>
                  </a:lnTo>
                  <a:lnTo>
                    <a:pt x="5180516" y="672653"/>
                  </a:lnTo>
                  <a:lnTo>
                    <a:pt x="0" y="6726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53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ru-RU">
                <a:solidFill>
                  <a:schemeClr val="bg1"/>
                </a:solidFill>
                <a:latin typeface="VTB Group Regular"/>
              </a:endParaRPr>
            </a:p>
          </p:txBody>
        </p:sp>
      </p:grp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557B5ED5-9607-41CF-A5F3-66B497C6FE7F}"/>
              </a:ext>
            </a:extLst>
          </p:cNvPr>
          <p:cNvGrpSpPr/>
          <p:nvPr userDrawn="1"/>
        </p:nvGrpSpPr>
        <p:grpSpPr>
          <a:xfrm>
            <a:off x="0" y="2170769"/>
            <a:ext cx="5656837" cy="1824862"/>
            <a:chOff x="0" y="2170769"/>
            <a:chExt cx="5656837" cy="1824862"/>
          </a:xfrm>
        </p:grpSpPr>
        <p:sp>
          <p:nvSpPr>
            <p:cNvPr id="17" name="Полилиния: фигура 23">
              <a:extLst>
                <a:ext uri="{FF2B5EF4-FFF2-40B4-BE49-F238E27FC236}">
                  <a16:creationId xmlns:a16="http://schemas.microsoft.com/office/drawing/2014/main" id="{C10A46C4-4A90-4BEC-B2E0-DEDE1E94F2CE}"/>
                </a:ext>
              </a:extLst>
            </p:cNvPr>
            <p:cNvSpPr/>
            <p:nvPr/>
          </p:nvSpPr>
          <p:spPr>
            <a:xfrm>
              <a:off x="0" y="2170769"/>
              <a:ext cx="5597282" cy="1824862"/>
            </a:xfrm>
            <a:custGeom>
              <a:avLst/>
              <a:gdLst>
                <a:gd name="connsiteX0" fmla="*/ 0 w 6975588"/>
                <a:gd name="connsiteY0" fmla="*/ 0 h 2122291"/>
                <a:gd name="connsiteX1" fmla="*/ 6975588 w 6975588"/>
                <a:gd name="connsiteY1" fmla="*/ 0 h 2122291"/>
                <a:gd name="connsiteX2" fmla="*/ 6204693 w 6975588"/>
                <a:gd name="connsiteY2" fmla="*/ 2120589 h 2122291"/>
                <a:gd name="connsiteX3" fmla="*/ 0 w 6975588"/>
                <a:gd name="connsiteY3" fmla="*/ 2122291 h 2122291"/>
                <a:gd name="connsiteX4" fmla="*/ 0 w 6975588"/>
                <a:gd name="connsiteY4" fmla="*/ 0 h 2122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75588" h="2122291">
                  <a:moveTo>
                    <a:pt x="0" y="0"/>
                  </a:moveTo>
                  <a:lnTo>
                    <a:pt x="6975588" y="0"/>
                  </a:lnTo>
                  <a:lnTo>
                    <a:pt x="6204693" y="2120589"/>
                  </a:lnTo>
                  <a:lnTo>
                    <a:pt x="0" y="21222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endParaRPr>
            </a:p>
          </p:txBody>
        </p:sp>
        <p:sp>
          <p:nvSpPr>
            <p:cNvPr id="18" name="Полилиния: фигура 17">
              <a:extLst>
                <a:ext uri="{FF2B5EF4-FFF2-40B4-BE49-F238E27FC236}">
                  <a16:creationId xmlns:a16="http://schemas.microsoft.com/office/drawing/2014/main" id="{D68A5A92-C97B-430A-979C-BAD2EA3CD4BC}"/>
                </a:ext>
              </a:extLst>
            </p:cNvPr>
            <p:cNvSpPr/>
            <p:nvPr/>
          </p:nvSpPr>
          <p:spPr>
            <a:xfrm>
              <a:off x="59555" y="2170769"/>
              <a:ext cx="5597282" cy="1824862"/>
            </a:xfrm>
            <a:custGeom>
              <a:avLst/>
              <a:gdLst>
                <a:gd name="connsiteX0" fmla="*/ 0 w 6975588"/>
                <a:gd name="connsiteY0" fmla="*/ 0 h 2122291"/>
                <a:gd name="connsiteX1" fmla="*/ 6975588 w 6975588"/>
                <a:gd name="connsiteY1" fmla="*/ 0 h 2122291"/>
                <a:gd name="connsiteX2" fmla="*/ 6204693 w 6975588"/>
                <a:gd name="connsiteY2" fmla="*/ 2120589 h 2122291"/>
                <a:gd name="connsiteX3" fmla="*/ 0 w 6975588"/>
                <a:gd name="connsiteY3" fmla="*/ 2122291 h 2122291"/>
                <a:gd name="connsiteX4" fmla="*/ 0 w 6975588"/>
                <a:gd name="connsiteY4" fmla="*/ 0 h 2122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75588" h="2122291">
                  <a:moveTo>
                    <a:pt x="0" y="0"/>
                  </a:moveTo>
                  <a:lnTo>
                    <a:pt x="6975588" y="0"/>
                  </a:lnTo>
                  <a:lnTo>
                    <a:pt x="6204693" y="2120589"/>
                  </a:lnTo>
                  <a:lnTo>
                    <a:pt x="0" y="21222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alpha val="54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endParaRPr>
            </a:p>
          </p:txBody>
        </p:sp>
      </p:grpSp>
      <p:sp>
        <p:nvSpPr>
          <p:cNvPr id="19" name="Заголовок 6">
            <a:extLst>
              <a:ext uri="{FF2B5EF4-FFF2-40B4-BE49-F238E27FC236}">
                <a16:creationId xmlns:a16="http://schemas.microsoft.com/office/drawing/2014/main" id="{E485278D-8EAC-4CF0-B12D-1D894758A8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2335303"/>
            <a:ext cx="4392329" cy="14957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ru-RU" sz="36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Заголовок</a:t>
            </a:r>
            <a:b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титульного слайда</a:t>
            </a:r>
            <a:br>
              <a:rPr kumimoji="0" lang="en-US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Light" panose="020B0403040504020204" pitchFamily="34" charset="0"/>
              </a:rPr>
              <a:t>до трех строк</a:t>
            </a:r>
          </a:p>
        </p:txBody>
      </p:sp>
      <p:sp>
        <p:nvSpPr>
          <p:cNvPr id="21" name="Текст 5">
            <a:extLst>
              <a:ext uri="{FF2B5EF4-FFF2-40B4-BE49-F238E27FC236}">
                <a16:creationId xmlns:a16="http://schemas.microsoft.com/office/drawing/2014/main" id="{33036069-F71A-4256-A250-BAE8C5787B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9" y="4184950"/>
            <a:ext cx="3813544" cy="3877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00AAFF"/>
              </a:buClr>
              <a:buSzTx/>
              <a:buFont typeface="Arial" panose="020B0604020202020204" pitchFamily="34" charset="0"/>
              <a:buNone/>
              <a:tabLst/>
              <a:defRPr lang="ru-RU" sz="1400" dirty="0" smtClean="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00AAFF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Подзаголовок до двух строк</a:t>
            </a:r>
            <a:br>
              <a:rPr lang="ru-RU" dirty="0"/>
            </a:br>
            <a:r>
              <a:rPr lang="ru-RU" dirty="0"/>
              <a:t>Подзаголовок до двух строк</a:t>
            </a:r>
          </a:p>
        </p:txBody>
      </p:sp>
    </p:spTree>
    <p:extLst>
      <p:ext uri="{BB962C8B-B14F-4D97-AF65-F5344CB8AC3E}">
        <p14:creationId xmlns:p14="http://schemas.microsoft.com/office/powerpoint/2010/main" val="15930715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TB Cover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внешний, здание, большой, небоскреб&#10;&#10;Автоматически созданное описание">
            <a:extLst>
              <a:ext uri="{FF2B5EF4-FFF2-40B4-BE49-F238E27FC236}">
                <a16:creationId xmlns:a16="http://schemas.microsoft.com/office/drawing/2014/main" id="{847E2E8F-6629-466E-B988-C2B66C61BD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98623" y="-771631"/>
            <a:ext cx="10827657" cy="6858000"/>
          </a:xfrm>
          <a:prstGeom prst="rect">
            <a:avLst/>
          </a:prstGeom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95A753D-C5F1-4EC8-B06E-5E1205A9D4D4}"/>
              </a:ext>
            </a:extLst>
          </p:cNvPr>
          <p:cNvSpPr/>
          <p:nvPr userDrawn="1"/>
        </p:nvSpPr>
        <p:spPr>
          <a:xfrm>
            <a:off x="-2879126" y="827362"/>
            <a:ext cx="12192002" cy="6858000"/>
          </a:xfrm>
          <a:prstGeom prst="rect">
            <a:avLst/>
          </a:prstGeom>
          <a:gradFill>
            <a:gsLst>
              <a:gs pos="19000">
                <a:schemeClr val="accent1"/>
              </a:gs>
              <a:gs pos="40000">
                <a:srgbClr val="002284">
                  <a:alpha val="84000"/>
                </a:srgbClr>
              </a:gs>
              <a:gs pos="77000">
                <a:schemeClr val="accent1">
                  <a:alpha val="0"/>
                </a:schemeClr>
              </a:gs>
            </a:gsLst>
            <a:lin ang="0" scaled="0"/>
          </a:gra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rPr>
              <a:t> </a:t>
            </a:r>
          </a:p>
        </p:txBody>
      </p:sp>
      <p:sp>
        <p:nvSpPr>
          <p:cNvPr id="7" name="Полилиния 5">
            <a:extLst>
              <a:ext uri="{FF2B5EF4-FFF2-40B4-BE49-F238E27FC236}">
                <a16:creationId xmlns:a16="http://schemas.microsoft.com/office/drawing/2014/main" id="{8617ABEA-6DE6-4B2A-B4AF-41A24F46C6B4}"/>
              </a:ext>
            </a:extLst>
          </p:cNvPr>
          <p:cNvSpPr/>
          <p:nvPr/>
        </p:nvSpPr>
        <p:spPr>
          <a:xfrm>
            <a:off x="-2" y="-11749"/>
            <a:ext cx="7416801" cy="6880722"/>
          </a:xfrm>
          <a:custGeom>
            <a:avLst/>
            <a:gdLst>
              <a:gd name="connsiteX0" fmla="*/ 381 w 8891522"/>
              <a:gd name="connsiteY0" fmla="*/ 0 h 6858000"/>
              <a:gd name="connsiteX1" fmla="*/ 8891522 w 8891522"/>
              <a:gd name="connsiteY1" fmla="*/ 1 h 6858000"/>
              <a:gd name="connsiteX2" fmla="*/ 6385010 w 8891522"/>
              <a:gd name="connsiteY2" fmla="*/ 6858000 h 6858000"/>
              <a:gd name="connsiteX3" fmla="*/ 0 w 8891522"/>
              <a:gd name="connsiteY3" fmla="*/ 6858000 h 6858000"/>
              <a:gd name="connsiteX0" fmla="*/ 381 w 9612610"/>
              <a:gd name="connsiteY0" fmla="*/ 0 h 6858000"/>
              <a:gd name="connsiteX1" fmla="*/ 9612610 w 9612610"/>
              <a:gd name="connsiteY1" fmla="*/ 12701 h 6858000"/>
              <a:gd name="connsiteX2" fmla="*/ 6385010 w 9612610"/>
              <a:gd name="connsiteY2" fmla="*/ 6858000 h 6858000"/>
              <a:gd name="connsiteX3" fmla="*/ 0 w 9612610"/>
              <a:gd name="connsiteY3" fmla="*/ 6858000 h 6858000"/>
              <a:gd name="connsiteX4" fmla="*/ 381 w 9612610"/>
              <a:gd name="connsiteY4" fmla="*/ 0 h 6858000"/>
              <a:gd name="connsiteX0" fmla="*/ 381 w 9612610"/>
              <a:gd name="connsiteY0" fmla="*/ 11749 h 6869749"/>
              <a:gd name="connsiteX1" fmla="*/ 9612610 w 9612610"/>
              <a:gd name="connsiteY1" fmla="*/ 0 h 6869749"/>
              <a:gd name="connsiteX2" fmla="*/ 6385010 w 9612610"/>
              <a:gd name="connsiteY2" fmla="*/ 6869749 h 6869749"/>
              <a:gd name="connsiteX3" fmla="*/ 0 w 9612610"/>
              <a:gd name="connsiteY3" fmla="*/ 6869749 h 6869749"/>
              <a:gd name="connsiteX4" fmla="*/ 381 w 9612610"/>
              <a:gd name="connsiteY4" fmla="*/ 11749 h 6869749"/>
              <a:gd name="connsiteX0" fmla="*/ 381 w 9612610"/>
              <a:gd name="connsiteY0" fmla="*/ 11749 h 6880722"/>
              <a:gd name="connsiteX1" fmla="*/ 9612610 w 9612610"/>
              <a:gd name="connsiteY1" fmla="*/ 0 h 6880722"/>
              <a:gd name="connsiteX2" fmla="*/ 6380269 w 9612610"/>
              <a:gd name="connsiteY2" fmla="*/ 6880722 h 6880722"/>
              <a:gd name="connsiteX3" fmla="*/ 0 w 9612610"/>
              <a:gd name="connsiteY3" fmla="*/ 6869749 h 6880722"/>
              <a:gd name="connsiteX4" fmla="*/ 381 w 9612610"/>
              <a:gd name="connsiteY4" fmla="*/ 11749 h 688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12610" h="6880722">
                <a:moveTo>
                  <a:pt x="381" y="11749"/>
                </a:moveTo>
                <a:lnTo>
                  <a:pt x="9612610" y="0"/>
                </a:lnTo>
                <a:lnTo>
                  <a:pt x="6380269" y="6880722"/>
                </a:lnTo>
                <a:lnTo>
                  <a:pt x="0" y="6869749"/>
                </a:lnTo>
                <a:lnTo>
                  <a:pt x="381" y="117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304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TB Group Regular"/>
              <a:ea typeface="+mn-ea"/>
              <a:cs typeface="+mn-cs"/>
            </a:endParaRP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EC28FC27-073A-4DC4-A2E3-A5646942FE42}"/>
              </a:ext>
            </a:extLst>
          </p:cNvPr>
          <p:cNvCxnSpPr>
            <a:cxnSpLocks/>
          </p:cNvCxnSpPr>
          <p:nvPr/>
        </p:nvCxnSpPr>
        <p:spPr>
          <a:xfrm flipV="1">
            <a:off x="4928144" y="-4890"/>
            <a:ext cx="2495050" cy="6862891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Текст 9">
            <a:extLst>
              <a:ext uri="{FF2B5EF4-FFF2-40B4-BE49-F238E27FC236}">
                <a16:creationId xmlns:a16="http://schemas.microsoft.com/office/drawing/2014/main" id="{FA6BA25D-EF38-4EFC-9DC0-2E2B233F09C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515938" y="4256362"/>
            <a:ext cx="4979515" cy="55399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accent4"/>
                </a:solidFill>
                <a:latin typeface="VTB Group Book" panose="020B0503040504020204" pitchFamily="34" charset="-52"/>
              </a:defRPr>
            </a:lvl1pPr>
            <a:lvl2pPr marL="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2pPr>
            <a:lvl3pPr marL="91440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3pPr>
            <a:lvl4pPr marL="137160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4pPr>
            <a:lvl5pPr marL="182880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Подзаголовок до двух строк</a:t>
            </a:r>
            <a:br>
              <a:rPr lang="ru-RU" dirty="0"/>
            </a:br>
            <a:r>
              <a:rPr lang="ru-RU" dirty="0"/>
              <a:t>Подзаголовок до двух строк</a:t>
            </a:r>
          </a:p>
        </p:txBody>
      </p:sp>
      <p:sp>
        <p:nvSpPr>
          <p:cNvPr id="14" name="Заголовок 3">
            <a:extLst>
              <a:ext uri="{FF2B5EF4-FFF2-40B4-BE49-F238E27FC236}">
                <a16:creationId xmlns:a16="http://schemas.microsoft.com/office/drawing/2014/main" id="{2330C27F-6FD2-45E7-ACD8-4A0A86EE7565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15938" y="2332555"/>
            <a:ext cx="4979515" cy="166199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ru-RU" sz="40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Заголовок</a:t>
            </a:r>
            <a:br>
              <a:rPr kumimoji="0" lang="ru-RU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титульного слайда</a:t>
            </a:r>
            <a:br>
              <a:rPr kumimoji="0" lang="en-US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Light" panose="020B0403040504020204" pitchFamily="34" charset="0"/>
              </a:rPr>
              <a:t>до трех строк</a:t>
            </a:r>
          </a:p>
        </p:txBody>
      </p:sp>
      <p:pic>
        <p:nvPicPr>
          <p:cNvPr id="11" name="Picture 6">
            <a:extLst>
              <a:ext uri="{FF2B5EF4-FFF2-40B4-BE49-F238E27FC236}">
                <a16:creationId xmlns:a16="http://schemas.microsoft.com/office/drawing/2014/main" id="{07C8C059-D40A-C24E-8285-8DDFB35DD5F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767" y="566894"/>
            <a:ext cx="1709103" cy="60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6049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TB Cover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B429F5E7-C59A-4BE7-B39A-CB582CD34521}"/>
              </a:ext>
            </a:extLst>
          </p:cNvPr>
          <p:cNvGrpSpPr/>
          <p:nvPr userDrawn="1"/>
        </p:nvGrpSpPr>
        <p:grpSpPr>
          <a:xfrm>
            <a:off x="-1" y="-1"/>
            <a:ext cx="12192001" cy="6858001"/>
            <a:chOff x="-1282701" y="-1"/>
            <a:chExt cx="12192001" cy="6858001"/>
          </a:xfrm>
        </p:grpSpPr>
        <p:pic>
          <p:nvPicPr>
            <p:cNvPr id="14" name="Рисунок 13">
              <a:extLst>
                <a:ext uri="{FF2B5EF4-FFF2-40B4-BE49-F238E27FC236}">
                  <a16:creationId xmlns:a16="http://schemas.microsoft.com/office/drawing/2014/main" id="{483186B7-EFCE-491C-A250-6C32F388E91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5653"/>
            <a:stretch/>
          </p:blipFill>
          <p:spPr>
            <a:xfrm>
              <a:off x="2930954" y="-1"/>
              <a:ext cx="7978346" cy="6858001"/>
            </a:xfrm>
            <a:prstGeom prst="rect">
              <a:avLst/>
            </a:prstGeom>
          </p:spPr>
        </p:pic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C706B404-2E4E-45D4-9E48-6002BDC1FC4A}"/>
                </a:ext>
              </a:extLst>
            </p:cNvPr>
            <p:cNvSpPr/>
            <p:nvPr userDrawn="1"/>
          </p:nvSpPr>
          <p:spPr>
            <a:xfrm flipV="1">
              <a:off x="-1282701" y="0"/>
              <a:ext cx="12192001" cy="6858000"/>
            </a:xfrm>
            <a:prstGeom prst="rect">
              <a:avLst/>
            </a:prstGeom>
            <a:gradFill>
              <a:gsLst>
                <a:gs pos="0">
                  <a:schemeClr val="accent1">
                    <a:alpha val="90000"/>
                  </a:schemeClr>
                </a:gs>
                <a:gs pos="17000">
                  <a:srgbClr val="002284">
                    <a:alpha val="84000"/>
                  </a:srgbClr>
                </a:gs>
                <a:gs pos="52000">
                  <a:schemeClr val="accent1">
                    <a:alpha val="14000"/>
                  </a:schemeClr>
                </a:gs>
              </a:gsLst>
              <a:lin ang="2700000" scaled="0"/>
            </a:gra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endParaRPr>
            </a:p>
          </p:txBody>
        </p:sp>
      </p:grpSp>
      <p:sp>
        <p:nvSpPr>
          <p:cNvPr id="7" name="Полилиния 5">
            <a:extLst>
              <a:ext uri="{FF2B5EF4-FFF2-40B4-BE49-F238E27FC236}">
                <a16:creationId xmlns:a16="http://schemas.microsoft.com/office/drawing/2014/main" id="{8617ABEA-6DE6-4B2A-B4AF-41A24F46C6B4}"/>
              </a:ext>
            </a:extLst>
          </p:cNvPr>
          <p:cNvSpPr/>
          <p:nvPr/>
        </p:nvSpPr>
        <p:spPr>
          <a:xfrm>
            <a:off x="-2" y="-11749"/>
            <a:ext cx="7416801" cy="6880722"/>
          </a:xfrm>
          <a:custGeom>
            <a:avLst/>
            <a:gdLst>
              <a:gd name="connsiteX0" fmla="*/ 381 w 8891522"/>
              <a:gd name="connsiteY0" fmla="*/ 0 h 6858000"/>
              <a:gd name="connsiteX1" fmla="*/ 8891522 w 8891522"/>
              <a:gd name="connsiteY1" fmla="*/ 1 h 6858000"/>
              <a:gd name="connsiteX2" fmla="*/ 6385010 w 8891522"/>
              <a:gd name="connsiteY2" fmla="*/ 6858000 h 6858000"/>
              <a:gd name="connsiteX3" fmla="*/ 0 w 8891522"/>
              <a:gd name="connsiteY3" fmla="*/ 6858000 h 6858000"/>
              <a:gd name="connsiteX0" fmla="*/ 381 w 9612610"/>
              <a:gd name="connsiteY0" fmla="*/ 0 h 6858000"/>
              <a:gd name="connsiteX1" fmla="*/ 9612610 w 9612610"/>
              <a:gd name="connsiteY1" fmla="*/ 12701 h 6858000"/>
              <a:gd name="connsiteX2" fmla="*/ 6385010 w 9612610"/>
              <a:gd name="connsiteY2" fmla="*/ 6858000 h 6858000"/>
              <a:gd name="connsiteX3" fmla="*/ 0 w 9612610"/>
              <a:gd name="connsiteY3" fmla="*/ 6858000 h 6858000"/>
              <a:gd name="connsiteX4" fmla="*/ 381 w 9612610"/>
              <a:gd name="connsiteY4" fmla="*/ 0 h 6858000"/>
              <a:gd name="connsiteX0" fmla="*/ 381 w 9612610"/>
              <a:gd name="connsiteY0" fmla="*/ 11749 h 6869749"/>
              <a:gd name="connsiteX1" fmla="*/ 9612610 w 9612610"/>
              <a:gd name="connsiteY1" fmla="*/ 0 h 6869749"/>
              <a:gd name="connsiteX2" fmla="*/ 6385010 w 9612610"/>
              <a:gd name="connsiteY2" fmla="*/ 6869749 h 6869749"/>
              <a:gd name="connsiteX3" fmla="*/ 0 w 9612610"/>
              <a:gd name="connsiteY3" fmla="*/ 6869749 h 6869749"/>
              <a:gd name="connsiteX4" fmla="*/ 381 w 9612610"/>
              <a:gd name="connsiteY4" fmla="*/ 11749 h 6869749"/>
              <a:gd name="connsiteX0" fmla="*/ 381 w 9612610"/>
              <a:gd name="connsiteY0" fmla="*/ 11749 h 6880722"/>
              <a:gd name="connsiteX1" fmla="*/ 9612610 w 9612610"/>
              <a:gd name="connsiteY1" fmla="*/ 0 h 6880722"/>
              <a:gd name="connsiteX2" fmla="*/ 6380269 w 9612610"/>
              <a:gd name="connsiteY2" fmla="*/ 6880722 h 6880722"/>
              <a:gd name="connsiteX3" fmla="*/ 0 w 9612610"/>
              <a:gd name="connsiteY3" fmla="*/ 6869749 h 6880722"/>
              <a:gd name="connsiteX4" fmla="*/ 381 w 9612610"/>
              <a:gd name="connsiteY4" fmla="*/ 11749 h 688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12610" h="6880722">
                <a:moveTo>
                  <a:pt x="381" y="11749"/>
                </a:moveTo>
                <a:lnTo>
                  <a:pt x="9612610" y="0"/>
                </a:lnTo>
                <a:lnTo>
                  <a:pt x="6380269" y="6880722"/>
                </a:lnTo>
                <a:lnTo>
                  <a:pt x="0" y="6869749"/>
                </a:lnTo>
                <a:lnTo>
                  <a:pt x="381" y="117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304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TB Group Regular"/>
              <a:ea typeface="+mn-ea"/>
              <a:cs typeface="+mn-cs"/>
            </a:endParaRP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EC28FC27-073A-4DC4-A2E3-A5646942FE42}"/>
              </a:ext>
            </a:extLst>
          </p:cNvPr>
          <p:cNvCxnSpPr>
            <a:cxnSpLocks/>
          </p:cNvCxnSpPr>
          <p:nvPr/>
        </p:nvCxnSpPr>
        <p:spPr>
          <a:xfrm flipV="1">
            <a:off x="4928144" y="-4890"/>
            <a:ext cx="2495050" cy="6862891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9">
            <a:extLst>
              <a:ext uri="{FF2B5EF4-FFF2-40B4-BE49-F238E27FC236}">
                <a16:creationId xmlns:a16="http://schemas.microsoft.com/office/drawing/2014/main" id="{0470EBAE-1F32-4C99-AE42-9BD925274592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515938" y="4256362"/>
            <a:ext cx="4979515" cy="55399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accent4"/>
                </a:solidFill>
                <a:latin typeface="VTB Group Book" panose="020B0503040504020204" pitchFamily="34" charset="-52"/>
              </a:defRPr>
            </a:lvl1pPr>
            <a:lvl2pPr marL="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2pPr>
            <a:lvl3pPr marL="91440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3pPr>
            <a:lvl4pPr marL="137160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4pPr>
            <a:lvl5pPr marL="182880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Подзаголовок до двух строк</a:t>
            </a:r>
            <a:br>
              <a:rPr lang="ru-RU" dirty="0"/>
            </a:br>
            <a:r>
              <a:rPr lang="ru-RU" dirty="0"/>
              <a:t>Подзаголовок до двух строк</a:t>
            </a:r>
          </a:p>
        </p:txBody>
      </p:sp>
      <p:sp>
        <p:nvSpPr>
          <p:cNvPr id="16" name="Заголовок 3">
            <a:extLst>
              <a:ext uri="{FF2B5EF4-FFF2-40B4-BE49-F238E27FC236}">
                <a16:creationId xmlns:a16="http://schemas.microsoft.com/office/drawing/2014/main" id="{50FBDA92-5293-4748-9467-E283FEB0A47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15938" y="2332555"/>
            <a:ext cx="4979515" cy="166199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ru-RU" sz="40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Заголовок</a:t>
            </a:r>
            <a:br>
              <a:rPr kumimoji="0" lang="ru-RU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титульного слайда</a:t>
            </a:r>
            <a:br>
              <a:rPr kumimoji="0" lang="en-US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Light" panose="020B0403040504020204" pitchFamily="34" charset="0"/>
              </a:rPr>
              <a:t>до трех строк</a:t>
            </a:r>
          </a:p>
        </p:txBody>
      </p:sp>
      <p:pic>
        <p:nvPicPr>
          <p:cNvPr id="11" name="Picture 6">
            <a:extLst>
              <a:ext uri="{FF2B5EF4-FFF2-40B4-BE49-F238E27FC236}">
                <a16:creationId xmlns:a16="http://schemas.microsoft.com/office/drawing/2014/main" id="{49585D74-37F1-7D44-8FB5-C24F7CF1E19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767" y="566894"/>
            <a:ext cx="1709103" cy="60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8768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TB Cover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1920x1080 Wallpaper sky, blue, clouds, lungs, mountains, greatness, snow-covered, tops, contrast">
            <a:extLst>
              <a:ext uri="{FF2B5EF4-FFF2-40B4-BE49-F238E27FC236}">
                <a16:creationId xmlns:a16="http://schemas.microsoft.com/office/drawing/2014/main" id="{2F5F2E56-A78F-4611-B3E2-9F607CAC0DC1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724ACC9-3E30-403A-9780-F62657DE9FFD}"/>
              </a:ext>
            </a:extLst>
          </p:cNvPr>
          <p:cNvSpPr/>
          <p:nvPr userDrawn="1"/>
        </p:nvSpPr>
        <p:spPr>
          <a:xfrm flipV="1">
            <a:off x="1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70000"/>
                </a:schemeClr>
              </a:gs>
              <a:gs pos="12000">
                <a:srgbClr val="002284">
                  <a:alpha val="66000"/>
                </a:srgbClr>
              </a:gs>
              <a:gs pos="52000">
                <a:schemeClr val="accent1">
                  <a:alpha val="14000"/>
                </a:schemeClr>
              </a:gs>
            </a:gsLst>
            <a:lin ang="2700000" scaled="0"/>
          </a:gra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TB Group Regular"/>
              <a:ea typeface="+mn-ea"/>
              <a:cs typeface="+mn-cs"/>
            </a:endParaRPr>
          </a:p>
        </p:txBody>
      </p:sp>
      <p:pic>
        <p:nvPicPr>
          <p:cNvPr id="10" name="Рисунок 9" descr="Изображение выглядит как знак, рисунок, часы&#10;&#10;Автоматически созданное описание">
            <a:extLst>
              <a:ext uri="{FF2B5EF4-FFF2-40B4-BE49-F238E27FC236}">
                <a16:creationId xmlns:a16="http://schemas.microsoft.com/office/drawing/2014/main" id="{159CC80E-8CE2-4A78-B953-1EFC519DCCF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43361" y="208958"/>
            <a:ext cx="2469263" cy="1415881"/>
          </a:xfrm>
          <a:prstGeom prst="rect">
            <a:avLst/>
          </a:prstGeom>
        </p:spPr>
      </p:pic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086C593A-3D40-46B4-8D7C-9D5BCB6127EA}"/>
              </a:ext>
            </a:extLst>
          </p:cNvPr>
          <p:cNvGrpSpPr/>
          <p:nvPr userDrawn="1"/>
        </p:nvGrpSpPr>
        <p:grpSpPr>
          <a:xfrm>
            <a:off x="1" y="4070466"/>
            <a:ext cx="5012555" cy="616766"/>
            <a:chOff x="1" y="4070466"/>
            <a:chExt cx="5012555" cy="616766"/>
          </a:xfrm>
        </p:grpSpPr>
        <p:sp>
          <p:nvSpPr>
            <p:cNvPr id="38" name="Полилиния: фигура 37">
              <a:extLst>
                <a:ext uri="{FF2B5EF4-FFF2-40B4-BE49-F238E27FC236}">
                  <a16:creationId xmlns:a16="http://schemas.microsoft.com/office/drawing/2014/main" id="{1B2B47C4-C712-4CB3-809C-166B02117F01}"/>
                </a:ext>
              </a:extLst>
            </p:cNvPr>
            <p:cNvSpPr/>
            <p:nvPr/>
          </p:nvSpPr>
          <p:spPr>
            <a:xfrm>
              <a:off x="1" y="4070466"/>
              <a:ext cx="4953000" cy="616766"/>
            </a:xfrm>
            <a:custGeom>
              <a:avLst/>
              <a:gdLst>
                <a:gd name="connsiteX0" fmla="*/ 0 w 5401805"/>
                <a:gd name="connsiteY0" fmla="*/ 0 h 672653"/>
                <a:gd name="connsiteX1" fmla="*/ 5401805 w 5401805"/>
                <a:gd name="connsiteY1" fmla="*/ 0 h 672653"/>
                <a:gd name="connsiteX2" fmla="*/ 5180516 w 5401805"/>
                <a:gd name="connsiteY2" fmla="*/ 672653 h 672653"/>
                <a:gd name="connsiteX3" fmla="*/ 0 w 5401805"/>
                <a:gd name="connsiteY3" fmla="*/ 672653 h 672653"/>
                <a:gd name="connsiteX4" fmla="*/ 0 w 5401805"/>
                <a:gd name="connsiteY4" fmla="*/ 0 h 672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01805" h="672653">
                  <a:moveTo>
                    <a:pt x="0" y="0"/>
                  </a:moveTo>
                  <a:lnTo>
                    <a:pt x="5401805" y="0"/>
                  </a:lnTo>
                  <a:lnTo>
                    <a:pt x="5180516" y="672653"/>
                  </a:lnTo>
                  <a:lnTo>
                    <a:pt x="0" y="6726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ru-RU">
                <a:solidFill>
                  <a:schemeClr val="bg1"/>
                </a:solidFill>
                <a:latin typeface="VTB Group Regular"/>
              </a:endParaRPr>
            </a:p>
          </p:txBody>
        </p:sp>
        <p:sp>
          <p:nvSpPr>
            <p:cNvPr id="39" name="Полилиния: фигура 38">
              <a:extLst>
                <a:ext uri="{FF2B5EF4-FFF2-40B4-BE49-F238E27FC236}">
                  <a16:creationId xmlns:a16="http://schemas.microsoft.com/office/drawing/2014/main" id="{1FB6B3CB-2421-44E0-B635-087D61FF3056}"/>
                </a:ext>
              </a:extLst>
            </p:cNvPr>
            <p:cNvSpPr/>
            <p:nvPr/>
          </p:nvSpPr>
          <p:spPr>
            <a:xfrm>
              <a:off x="59556" y="4070466"/>
              <a:ext cx="4953000" cy="616766"/>
            </a:xfrm>
            <a:custGeom>
              <a:avLst/>
              <a:gdLst>
                <a:gd name="connsiteX0" fmla="*/ 0 w 5401805"/>
                <a:gd name="connsiteY0" fmla="*/ 0 h 672653"/>
                <a:gd name="connsiteX1" fmla="*/ 5401805 w 5401805"/>
                <a:gd name="connsiteY1" fmla="*/ 0 h 672653"/>
                <a:gd name="connsiteX2" fmla="*/ 5180516 w 5401805"/>
                <a:gd name="connsiteY2" fmla="*/ 672653 h 672653"/>
                <a:gd name="connsiteX3" fmla="*/ 0 w 5401805"/>
                <a:gd name="connsiteY3" fmla="*/ 672653 h 672653"/>
                <a:gd name="connsiteX4" fmla="*/ 0 w 5401805"/>
                <a:gd name="connsiteY4" fmla="*/ 0 h 672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01805" h="672653">
                  <a:moveTo>
                    <a:pt x="0" y="0"/>
                  </a:moveTo>
                  <a:lnTo>
                    <a:pt x="5401805" y="0"/>
                  </a:lnTo>
                  <a:lnTo>
                    <a:pt x="5180516" y="672653"/>
                  </a:lnTo>
                  <a:lnTo>
                    <a:pt x="0" y="6726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53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ru-RU">
                <a:solidFill>
                  <a:schemeClr val="bg1"/>
                </a:solidFill>
                <a:latin typeface="VTB Group Regular"/>
              </a:endParaRPr>
            </a:p>
          </p:txBody>
        </p:sp>
      </p:grp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31582183-0AA6-469B-9F72-B105573768A8}"/>
              </a:ext>
            </a:extLst>
          </p:cNvPr>
          <p:cNvGrpSpPr/>
          <p:nvPr userDrawn="1"/>
        </p:nvGrpSpPr>
        <p:grpSpPr>
          <a:xfrm>
            <a:off x="0" y="2170769"/>
            <a:ext cx="5656837" cy="1824862"/>
            <a:chOff x="0" y="2170769"/>
            <a:chExt cx="5656837" cy="1824862"/>
          </a:xfrm>
        </p:grpSpPr>
        <p:sp>
          <p:nvSpPr>
            <p:cNvPr id="41" name="Полилиния: фигура 23">
              <a:extLst>
                <a:ext uri="{FF2B5EF4-FFF2-40B4-BE49-F238E27FC236}">
                  <a16:creationId xmlns:a16="http://schemas.microsoft.com/office/drawing/2014/main" id="{539DC917-43F4-4ADE-8F7E-274D0EEB0B66}"/>
                </a:ext>
              </a:extLst>
            </p:cNvPr>
            <p:cNvSpPr/>
            <p:nvPr/>
          </p:nvSpPr>
          <p:spPr>
            <a:xfrm>
              <a:off x="0" y="2170769"/>
              <a:ext cx="5597282" cy="1824862"/>
            </a:xfrm>
            <a:custGeom>
              <a:avLst/>
              <a:gdLst>
                <a:gd name="connsiteX0" fmla="*/ 0 w 6975588"/>
                <a:gd name="connsiteY0" fmla="*/ 0 h 2122291"/>
                <a:gd name="connsiteX1" fmla="*/ 6975588 w 6975588"/>
                <a:gd name="connsiteY1" fmla="*/ 0 h 2122291"/>
                <a:gd name="connsiteX2" fmla="*/ 6204693 w 6975588"/>
                <a:gd name="connsiteY2" fmla="*/ 2120589 h 2122291"/>
                <a:gd name="connsiteX3" fmla="*/ 0 w 6975588"/>
                <a:gd name="connsiteY3" fmla="*/ 2122291 h 2122291"/>
                <a:gd name="connsiteX4" fmla="*/ 0 w 6975588"/>
                <a:gd name="connsiteY4" fmla="*/ 0 h 2122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75588" h="2122291">
                  <a:moveTo>
                    <a:pt x="0" y="0"/>
                  </a:moveTo>
                  <a:lnTo>
                    <a:pt x="6975588" y="0"/>
                  </a:lnTo>
                  <a:lnTo>
                    <a:pt x="6204693" y="2120589"/>
                  </a:lnTo>
                  <a:lnTo>
                    <a:pt x="0" y="21222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endParaRPr>
            </a:p>
          </p:txBody>
        </p:sp>
        <p:sp>
          <p:nvSpPr>
            <p:cNvPr id="42" name="Полилиния: фигура 41">
              <a:extLst>
                <a:ext uri="{FF2B5EF4-FFF2-40B4-BE49-F238E27FC236}">
                  <a16:creationId xmlns:a16="http://schemas.microsoft.com/office/drawing/2014/main" id="{8A5852EE-DC1D-4A27-831A-D97810897CBF}"/>
                </a:ext>
              </a:extLst>
            </p:cNvPr>
            <p:cNvSpPr/>
            <p:nvPr/>
          </p:nvSpPr>
          <p:spPr>
            <a:xfrm>
              <a:off x="59555" y="2170769"/>
              <a:ext cx="5597282" cy="1824862"/>
            </a:xfrm>
            <a:custGeom>
              <a:avLst/>
              <a:gdLst>
                <a:gd name="connsiteX0" fmla="*/ 0 w 6975588"/>
                <a:gd name="connsiteY0" fmla="*/ 0 h 2122291"/>
                <a:gd name="connsiteX1" fmla="*/ 6975588 w 6975588"/>
                <a:gd name="connsiteY1" fmla="*/ 0 h 2122291"/>
                <a:gd name="connsiteX2" fmla="*/ 6204693 w 6975588"/>
                <a:gd name="connsiteY2" fmla="*/ 2120589 h 2122291"/>
                <a:gd name="connsiteX3" fmla="*/ 0 w 6975588"/>
                <a:gd name="connsiteY3" fmla="*/ 2122291 h 2122291"/>
                <a:gd name="connsiteX4" fmla="*/ 0 w 6975588"/>
                <a:gd name="connsiteY4" fmla="*/ 0 h 2122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75588" h="2122291">
                  <a:moveTo>
                    <a:pt x="0" y="0"/>
                  </a:moveTo>
                  <a:lnTo>
                    <a:pt x="6975588" y="0"/>
                  </a:lnTo>
                  <a:lnTo>
                    <a:pt x="6204693" y="2120589"/>
                  </a:lnTo>
                  <a:lnTo>
                    <a:pt x="0" y="21222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alpha val="54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endParaRPr>
            </a:p>
          </p:txBody>
        </p:sp>
      </p:grpSp>
      <p:sp>
        <p:nvSpPr>
          <p:cNvPr id="13" name="Заголовок 6">
            <a:extLst>
              <a:ext uri="{FF2B5EF4-FFF2-40B4-BE49-F238E27FC236}">
                <a16:creationId xmlns:a16="http://schemas.microsoft.com/office/drawing/2014/main" id="{C568D07A-F6BB-4437-BEF9-7AA130E326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2335303"/>
            <a:ext cx="4392329" cy="14957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ru-RU" sz="36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Заголовок</a:t>
            </a:r>
            <a:b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титульного слайда</a:t>
            </a:r>
            <a:br>
              <a:rPr kumimoji="0" lang="en-US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Light" panose="020B0403040504020204" pitchFamily="34" charset="0"/>
              </a:rPr>
              <a:t>до трех строк</a:t>
            </a:r>
          </a:p>
        </p:txBody>
      </p:sp>
      <p:sp>
        <p:nvSpPr>
          <p:cNvPr id="15" name="Текст 5">
            <a:extLst>
              <a:ext uri="{FF2B5EF4-FFF2-40B4-BE49-F238E27FC236}">
                <a16:creationId xmlns:a16="http://schemas.microsoft.com/office/drawing/2014/main" id="{06280630-0052-4448-81AF-D7B7B08F94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9" y="4184950"/>
            <a:ext cx="3813544" cy="3877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00AAFF"/>
              </a:buClr>
              <a:buSzTx/>
              <a:buFont typeface="Arial" panose="020B0604020202020204" pitchFamily="34" charset="0"/>
              <a:buNone/>
              <a:tabLst/>
              <a:defRPr lang="ru-RU" sz="1400" dirty="0" smtClean="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00AAFF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Подзаголовок до двух строк</a:t>
            </a:r>
            <a:br>
              <a:rPr lang="ru-RU" dirty="0"/>
            </a:br>
            <a:r>
              <a:rPr lang="ru-RU" dirty="0"/>
              <a:t>Подзаголовок до двух строк</a:t>
            </a:r>
          </a:p>
        </p:txBody>
      </p:sp>
    </p:spTree>
    <p:extLst>
      <p:ext uri="{BB962C8B-B14F-4D97-AF65-F5344CB8AC3E}">
        <p14:creationId xmlns:p14="http://schemas.microsoft.com/office/powerpoint/2010/main" val="38281487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TB Cover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62997E0-9239-43E8-BC7A-A962911B18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6904298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A552DB8-C507-4D1A-846A-926AC29D6A32}"/>
              </a:ext>
            </a:extLst>
          </p:cNvPr>
          <p:cNvSpPr/>
          <p:nvPr userDrawn="1"/>
        </p:nvSpPr>
        <p:spPr>
          <a:xfrm flipH="1">
            <a:off x="-1" y="0"/>
            <a:ext cx="12191999" cy="6904298"/>
          </a:xfrm>
          <a:prstGeom prst="rect">
            <a:avLst/>
          </a:prstGeom>
          <a:gradFill>
            <a:gsLst>
              <a:gs pos="100000">
                <a:schemeClr val="accent1">
                  <a:alpha val="73000"/>
                </a:schemeClr>
              </a:gs>
              <a:gs pos="0">
                <a:schemeClr val="accent1">
                  <a:alpha val="0"/>
                </a:schemeClr>
              </a:gs>
            </a:gsLst>
            <a:lin ang="4200000" scaled="0"/>
          </a:gra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TB Group Regular"/>
              <a:ea typeface="+mn-ea"/>
              <a:cs typeface="+mn-cs"/>
            </a:endParaRPr>
          </a:p>
        </p:txBody>
      </p:sp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9874E162-06C2-4499-A9C2-B9A7F0D2D27B}"/>
              </a:ext>
            </a:extLst>
          </p:cNvPr>
          <p:cNvGrpSpPr/>
          <p:nvPr userDrawn="1"/>
        </p:nvGrpSpPr>
        <p:grpSpPr>
          <a:xfrm>
            <a:off x="1" y="4070466"/>
            <a:ext cx="5012555" cy="616766"/>
            <a:chOff x="1" y="4070466"/>
            <a:chExt cx="5012555" cy="616766"/>
          </a:xfrm>
        </p:grpSpPr>
        <p:sp>
          <p:nvSpPr>
            <p:cNvPr id="38" name="Полилиния: фигура 37">
              <a:extLst>
                <a:ext uri="{FF2B5EF4-FFF2-40B4-BE49-F238E27FC236}">
                  <a16:creationId xmlns:a16="http://schemas.microsoft.com/office/drawing/2014/main" id="{80613A3E-46A0-483F-9A39-73BC45CAE918}"/>
                </a:ext>
              </a:extLst>
            </p:cNvPr>
            <p:cNvSpPr/>
            <p:nvPr/>
          </p:nvSpPr>
          <p:spPr>
            <a:xfrm>
              <a:off x="1" y="4070466"/>
              <a:ext cx="4953000" cy="616766"/>
            </a:xfrm>
            <a:custGeom>
              <a:avLst/>
              <a:gdLst>
                <a:gd name="connsiteX0" fmla="*/ 0 w 5401805"/>
                <a:gd name="connsiteY0" fmla="*/ 0 h 672653"/>
                <a:gd name="connsiteX1" fmla="*/ 5401805 w 5401805"/>
                <a:gd name="connsiteY1" fmla="*/ 0 h 672653"/>
                <a:gd name="connsiteX2" fmla="*/ 5180516 w 5401805"/>
                <a:gd name="connsiteY2" fmla="*/ 672653 h 672653"/>
                <a:gd name="connsiteX3" fmla="*/ 0 w 5401805"/>
                <a:gd name="connsiteY3" fmla="*/ 672653 h 672653"/>
                <a:gd name="connsiteX4" fmla="*/ 0 w 5401805"/>
                <a:gd name="connsiteY4" fmla="*/ 0 h 672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01805" h="672653">
                  <a:moveTo>
                    <a:pt x="0" y="0"/>
                  </a:moveTo>
                  <a:lnTo>
                    <a:pt x="5401805" y="0"/>
                  </a:lnTo>
                  <a:lnTo>
                    <a:pt x="5180516" y="672653"/>
                  </a:lnTo>
                  <a:lnTo>
                    <a:pt x="0" y="6726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ru-RU">
                <a:solidFill>
                  <a:schemeClr val="bg1"/>
                </a:solidFill>
                <a:latin typeface="VTB Group Regular"/>
              </a:endParaRPr>
            </a:p>
          </p:txBody>
        </p:sp>
        <p:sp>
          <p:nvSpPr>
            <p:cNvPr id="39" name="Полилиния: фигура 38">
              <a:extLst>
                <a:ext uri="{FF2B5EF4-FFF2-40B4-BE49-F238E27FC236}">
                  <a16:creationId xmlns:a16="http://schemas.microsoft.com/office/drawing/2014/main" id="{6E32B82F-2B35-4D84-8396-E78063C2663E}"/>
                </a:ext>
              </a:extLst>
            </p:cNvPr>
            <p:cNvSpPr/>
            <p:nvPr/>
          </p:nvSpPr>
          <p:spPr>
            <a:xfrm>
              <a:off x="59556" y="4070466"/>
              <a:ext cx="4953000" cy="616766"/>
            </a:xfrm>
            <a:custGeom>
              <a:avLst/>
              <a:gdLst>
                <a:gd name="connsiteX0" fmla="*/ 0 w 5401805"/>
                <a:gd name="connsiteY0" fmla="*/ 0 h 672653"/>
                <a:gd name="connsiteX1" fmla="*/ 5401805 w 5401805"/>
                <a:gd name="connsiteY1" fmla="*/ 0 h 672653"/>
                <a:gd name="connsiteX2" fmla="*/ 5180516 w 5401805"/>
                <a:gd name="connsiteY2" fmla="*/ 672653 h 672653"/>
                <a:gd name="connsiteX3" fmla="*/ 0 w 5401805"/>
                <a:gd name="connsiteY3" fmla="*/ 672653 h 672653"/>
                <a:gd name="connsiteX4" fmla="*/ 0 w 5401805"/>
                <a:gd name="connsiteY4" fmla="*/ 0 h 672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01805" h="672653">
                  <a:moveTo>
                    <a:pt x="0" y="0"/>
                  </a:moveTo>
                  <a:lnTo>
                    <a:pt x="5401805" y="0"/>
                  </a:lnTo>
                  <a:lnTo>
                    <a:pt x="5180516" y="672653"/>
                  </a:lnTo>
                  <a:lnTo>
                    <a:pt x="0" y="6726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53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ru-RU">
                <a:solidFill>
                  <a:schemeClr val="bg1"/>
                </a:solidFill>
                <a:latin typeface="VTB Group Regular"/>
              </a:endParaRPr>
            </a:p>
          </p:txBody>
        </p:sp>
      </p:grp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F9773F01-32BB-47D8-8716-5D5493AB7E0E}"/>
              </a:ext>
            </a:extLst>
          </p:cNvPr>
          <p:cNvGrpSpPr/>
          <p:nvPr userDrawn="1"/>
        </p:nvGrpSpPr>
        <p:grpSpPr>
          <a:xfrm>
            <a:off x="0" y="2170769"/>
            <a:ext cx="5656837" cy="1824862"/>
            <a:chOff x="0" y="2170769"/>
            <a:chExt cx="5656837" cy="1824862"/>
          </a:xfrm>
        </p:grpSpPr>
        <p:sp>
          <p:nvSpPr>
            <p:cNvPr id="41" name="Полилиния: фигура 23">
              <a:extLst>
                <a:ext uri="{FF2B5EF4-FFF2-40B4-BE49-F238E27FC236}">
                  <a16:creationId xmlns:a16="http://schemas.microsoft.com/office/drawing/2014/main" id="{2E425801-1D85-44DC-83EE-6E29D27B0E50}"/>
                </a:ext>
              </a:extLst>
            </p:cNvPr>
            <p:cNvSpPr/>
            <p:nvPr/>
          </p:nvSpPr>
          <p:spPr>
            <a:xfrm>
              <a:off x="0" y="2170769"/>
              <a:ext cx="5597282" cy="1824862"/>
            </a:xfrm>
            <a:custGeom>
              <a:avLst/>
              <a:gdLst>
                <a:gd name="connsiteX0" fmla="*/ 0 w 6975588"/>
                <a:gd name="connsiteY0" fmla="*/ 0 h 2122291"/>
                <a:gd name="connsiteX1" fmla="*/ 6975588 w 6975588"/>
                <a:gd name="connsiteY1" fmla="*/ 0 h 2122291"/>
                <a:gd name="connsiteX2" fmla="*/ 6204693 w 6975588"/>
                <a:gd name="connsiteY2" fmla="*/ 2120589 h 2122291"/>
                <a:gd name="connsiteX3" fmla="*/ 0 w 6975588"/>
                <a:gd name="connsiteY3" fmla="*/ 2122291 h 2122291"/>
                <a:gd name="connsiteX4" fmla="*/ 0 w 6975588"/>
                <a:gd name="connsiteY4" fmla="*/ 0 h 2122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75588" h="2122291">
                  <a:moveTo>
                    <a:pt x="0" y="0"/>
                  </a:moveTo>
                  <a:lnTo>
                    <a:pt x="6975588" y="0"/>
                  </a:lnTo>
                  <a:lnTo>
                    <a:pt x="6204693" y="2120589"/>
                  </a:lnTo>
                  <a:lnTo>
                    <a:pt x="0" y="21222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endParaRPr>
            </a:p>
          </p:txBody>
        </p:sp>
        <p:sp>
          <p:nvSpPr>
            <p:cNvPr id="42" name="Полилиния: фигура 41">
              <a:extLst>
                <a:ext uri="{FF2B5EF4-FFF2-40B4-BE49-F238E27FC236}">
                  <a16:creationId xmlns:a16="http://schemas.microsoft.com/office/drawing/2014/main" id="{9D191DDA-E449-48AC-AF3C-3C8D41FC40A6}"/>
                </a:ext>
              </a:extLst>
            </p:cNvPr>
            <p:cNvSpPr/>
            <p:nvPr/>
          </p:nvSpPr>
          <p:spPr>
            <a:xfrm>
              <a:off x="59555" y="2170769"/>
              <a:ext cx="5597282" cy="1824862"/>
            </a:xfrm>
            <a:custGeom>
              <a:avLst/>
              <a:gdLst>
                <a:gd name="connsiteX0" fmla="*/ 0 w 6975588"/>
                <a:gd name="connsiteY0" fmla="*/ 0 h 2122291"/>
                <a:gd name="connsiteX1" fmla="*/ 6975588 w 6975588"/>
                <a:gd name="connsiteY1" fmla="*/ 0 h 2122291"/>
                <a:gd name="connsiteX2" fmla="*/ 6204693 w 6975588"/>
                <a:gd name="connsiteY2" fmla="*/ 2120589 h 2122291"/>
                <a:gd name="connsiteX3" fmla="*/ 0 w 6975588"/>
                <a:gd name="connsiteY3" fmla="*/ 2122291 h 2122291"/>
                <a:gd name="connsiteX4" fmla="*/ 0 w 6975588"/>
                <a:gd name="connsiteY4" fmla="*/ 0 h 2122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75588" h="2122291">
                  <a:moveTo>
                    <a:pt x="0" y="0"/>
                  </a:moveTo>
                  <a:lnTo>
                    <a:pt x="6975588" y="0"/>
                  </a:lnTo>
                  <a:lnTo>
                    <a:pt x="6204693" y="2120589"/>
                  </a:lnTo>
                  <a:lnTo>
                    <a:pt x="0" y="21222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alpha val="54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endParaRPr>
            </a:p>
          </p:txBody>
        </p:sp>
      </p:grpSp>
      <p:sp>
        <p:nvSpPr>
          <p:cNvPr id="13" name="Заголовок 6">
            <a:extLst>
              <a:ext uri="{FF2B5EF4-FFF2-40B4-BE49-F238E27FC236}">
                <a16:creationId xmlns:a16="http://schemas.microsoft.com/office/drawing/2014/main" id="{B507C02F-F415-4EA9-9D51-44E2605C96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2335303"/>
            <a:ext cx="4392329" cy="14957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ru-RU" sz="36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Заголовок</a:t>
            </a:r>
            <a:b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титульного слайда</a:t>
            </a:r>
            <a:br>
              <a:rPr kumimoji="0" lang="en-US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Light" panose="020B0403040504020204" pitchFamily="34" charset="0"/>
              </a:rPr>
              <a:t>до трех строк</a:t>
            </a:r>
          </a:p>
        </p:txBody>
      </p:sp>
      <p:sp>
        <p:nvSpPr>
          <p:cNvPr id="15" name="Текст 5">
            <a:extLst>
              <a:ext uri="{FF2B5EF4-FFF2-40B4-BE49-F238E27FC236}">
                <a16:creationId xmlns:a16="http://schemas.microsoft.com/office/drawing/2014/main" id="{940EF450-A902-402D-A1FC-67A4EC5EB5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9" y="4184950"/>
            <a:ext cx="3813544" cy="3877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00AAFF"/>
              </a:buClr>
              <a:buSzTx/>
              <a:buFont typeface="Arial" panose="020B0604020202020204" pitchFamily="34" charset="0"/>
              <a:buNone/>
              <a:tabLst/>
              <a:defRPr lang="ru-RU" sz="1400" dirty="0" smtClean="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00AAFF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Подзаголовок до двух строк</a:t>
            </a:r>
            <a:br>
              <a:rPr lang="ru-RU" dirty="0"/>
            </a:br>
            <a:r>
              <a:rPr lang="ru-RU" dirty="0"/>
              <a:t>Подзаголовок до двух строк</a:t>
            </a:r>
          </a:p>
        </p:txBody>
      </p:sp>
      <p:pic>
        <p:nvPicPr>
          <p:cNvPr id="14" name="Picture 6">
            <a:extLst>
              <a:ext uri="{FF2B5EF4-FFF2-40B4-BE49-F238E27FC236}">
                <a16:creationId xmlns:a16="http://schemas.microsoft.com/office/drawing/2014/main" id="{087530D6-645D-484D-B3D4-C322C7F2E7C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0669" y="566896"/>
            <a:ext cx="1676096" cy="593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147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TB Cover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1920x1080 Wallpaper mountains, peaks, clouds, blue, sky">
            <a:extLst>
              <a:ext uri="{FF2B5EF4-FFF2-40B4-BE49-F238E27FC236}">
                <a16:creationId xmlns:a16="http://schemas.microsoft.com/office/drawing/2014/main" id="{C2FEA1B0-1D1B-45B9-9A2B-6A6371E7072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9363" b="-232"/>
          <a:stretch/>
        </p:blipFill>
        <p:spPr bwMode="auto">
          <a:xfrm flipH="1">
            <a:off x="0" y="0"/>
            <a:ext cx="12192000" cy="6875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олилиния 5">
            <a:extLst>
              <a:ext uri="{FF2B5EF4-FFF2-40B4-BE49-F238E27FC236}">
                <a16:creationId xmlns:a16="http://schemas.microsoft.com/office/drawing/2014/main" id="{8617ABEA-6DE6-4B2A-B4AF-41A24F46C6B4}"/>
              </a:ext>
            </a:extLst>
          </p:cNvPr>
          <p:cNvSpPr/>
          <p:nvPr/>
        </p:nvSpPr>
        <p:spPr>
          <a:xfrm>
            <a:off x="-2" y="-11749"/>
            <a:ext cx="7416801" cy="6880722"/>
          </a:xfrm>
          <a:custGeom>
            <a:avLst/>
            <a:gdLst>
              <a:gd name="connsiteX0" fmla="*/ 381 w 8891522"/>
              <a:gd name="connsiteY0" fmla="*/ 0 h 6858000"/>
              <a:gd name="connsiteX1" fmla="*/ 8891522 w 8891522"/>
              <a:gd name="connsiteY1" fmla="*/ 1 h 6858000"/>
              <a:gd name="connsiteX2" fmla="*/ 6385010 w 8891522"/>
              <a:gd name="connsiteY2" fmla="*/ 6858000 h 6858000"/>
              <a:gd name="connsiteX3" fmla="*/ 0 w 8891522"/>
              <a:gd name="connsiteY3" fmla="*/ 6858000 h 6858000"/>
              <a:gd name="connsiteX0" fmla="*/ 381 w 9612610"/>
              <a:gd name="connsiteY0" fmla="*/ 0 h 6858000"/>
              <a:gd name="connsiteX1" fmla="*/ 9612610 w 9612610"/>
              <a:gd name="connsiteY1" fmla="*/ 12701 h 6858000"/>
              <a:gd name="connsiteX2" fmla="*/ 6385010 w 9612610"/>
              <a:gd name="connsiteY2" fmla="*/ 6858000 h 6858000"/>
              <a:gd name="connsiteX3" fmla="*/ 0 w 9612610"/>
              <a:gd name="connsiteY3" fmla="*/ 6858000 h 6858000"/>
              <a:gd name="connsiteX4" fmla="*/ 381 w 9612610"/>
              <a:gd name="connsiteY4" fmla="*/ 0 h 6858000"/>
              <a:gd name="connsiteX0" fmla="*/ 381 w 9612610"/>
              <a:gd name="connsiteY0" fmla="*/ 11749 h 6869749"/>
              <a:gd name="connsiteX1" fmla="*/ 9612610 w 9612610"/>
              <a:gd name="connsiteY1" fmla="*/ 0 h 6869749"/>
              <a:gd name="connsiteX2" fmla="*/ 6385010 w 9612610"/>
              <a:gd name="connsiteY2" fmla="*/ 6869749 h 6869749"/>
              <a:gd name="connsiteX3" fmla="*/ 0 w 9612610"/>
              <a:gd name="connsiteY3" fmla="*/ 6869749 h 6869749"/>
              <a:gd name="connsiteX4" fmla="*/ 381 w 9612610"/>
              <a:gd name="connsiteY4" fmla="*/ 11749 h 6869749"/>
              <a:gd name="connsiteX0" fmla="*/ 381 w 9612610"/>
              <a:gd name="connsiteY0" fmla="*/ 11749 h 6880722"/>
              <a:gd name="connsiteX1" fmla="*/ 9612610 w 9612610"/>
              <a:gd name="connsiteY1" fmla="*/ 0 h 6880722"/>
              <a:gd name="connsiteX2" fmla="*/ 6380269 w 9612610"/>
              <a:gd name="connsiteY2" fmla="*/ 6880722 h 6880722"/>
              <a:gd name="connsiteX3" fmla="*/ 0 w 9612610"/>
              <a:gd name="connsiteY3" fmla="*/ 6869749 h 6880722"/>
              <a:gd name="connsiteX4" fmla="*/ 381 w 9612610"/>
              <a:gd name="connsiteY4" fmla="*/ 11749 h 688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12610" h="6880722">
                <a:moveTo>
                  <a:pt x="381" y="11749"/>
                </a:moveTo>
                <a:lnTo>
                  <a:pt x="9612610" y="0"/>
                </a:lnTo>
                <a:lnTo>
                  <a:pt x="6380269" y="6880722"/>
                </a:lnTo>
                <a:lnTo>
                  <a:pt x="0" y="6869749"/>
                </a:lnTo>
                <a:lnTo>
                  <a:pt x="381" y="117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304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TB Group Regular"/>
              <a:ea typeface="+mn-ea"/>
              <a:cs typeface="+mn-cs"/>
            </a:endParaRP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EC28FC27-073A-4DC4-A2E3-A5646942FE42}"/>
              </a:ext>
            </a:extLst>
          </p:cNvPr>
          <p:cNvCxnSpPr>
            <a:cxnSpLocks/>
          </p:cNvCxnSpPr>
          <p:nvPr/>
        </p:nvCxnSpPr>
        <p:spPr>
          <a:xfrm flipV="1">
            <a:off x="4928144" y="-4890"/>
            <a:ext cx="2495050" cy="6862891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Текст 9">
            <a:extLst>
              <a:ext uri="{FF2B5EF4-FFF2-40B4-BE49-F238E27FC236}">
                <a16:creationId xmlns:a16="http://schemas.microsoft.com/office/drawing/2014/main" id="{C37345BE-4632-457D-A84F-EA4CD2C4455F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515938" y="4256362"/>
            <a:ext cx="4979515" cy="55399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accent4"/>
                </a:solidFill>
                <a:latin typeface="VTB Group Book" panose="020B0503040504020204" pitchFamily="34" charset="-52"/>
              </a:defRPr>
            </a:lvl1pPr>
            <a:lvl2pPr marL="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2pPr>
            <a:lvl3pPr marL="91440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3pPr>
            <a:lvl4pPr marL="137160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4pPr>
            <a:lvl5pPr marL="182880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Подзаголовок до двух строк</a:t>
            </a:r>
            <a:br>
              <a:rPr lang="ru-RU" dirty="0"/>
            </a:br>
            <a:r>
              <a:rPr lang="ru-RU" dirty="0"/>
              <a:t>Подзаголовок до двух строк</a:t>
            </a:r>
          </a:p>
        </p:txBody>
      </p:sp>
      <p:sp>
        <p:nvSpPr>
          <p:cNvPr id="14" name="Заголовок 3">
            <a:extLst>
              <a:ext uri="{FF2B5EF4-FFF2-40B4-BE49-F238E27FC236}">
                <a16:creationId xmlns:a16="http://schemas.microsoft.com/office/drawing/2014/main" id="{369F9515-9862-4106-83CB-69DA3A5ECE10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15938" y="2332555"/>
            <a:ext cx="4979515" cy="166199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ru-RU" sz="40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Заголовок</a:t>
            </a:r>
            <a:br>
              <a:rPr kumimoji="0" lang="ru-RU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титульного слайда</a:t>
            </a:r>
            <a:br>
              <a:rPr kumimoji="0" lang="en-US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Light" panose="020B0403040504020204" pitchFamily="34" charset="0"/>
              </a:rPr>
              <a:t>до трех строк</a:t>
            </a:r>
          </a:p>
        </p:txBody>
      </p:sp>
      <p:pic>
        <p:nvPicPr>
          <p:cNvPr id="12" name="Picture 6">
            <a:extLst>
              <a:ext uri="{FF2B5EF4-FFF2-40B4-BE49-F238E27FC236}">
                <a16:creationId xmlns:a16="http://schemas.microsoft.com/office/drawing/2014/main" id="{314BCA72-5A59-BA42-A870-D5B0206DE9B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767" y="566894"/>
            <a:ext cx="1709103" cy="60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2647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TB Cover 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E82DF8C7-2C9F-4C21-83BB-FBE9024BE726}"/>
              </a:ext>
            </a:extLst>
          </p:cNvPr>
          <p:cNvGrpSpPr/>
          <p:nvPr userDrawn="1"/>
        </p:nvGrpSpPr>
        <p:grpSpPr>
          <a:xfrm>
            <a:off x="-6" y="-11749"/>
            <a:ext cx="12192006" cy="6869749"/>
            <a:chOff x="-6" y="-11749"/>
            <a:chExt cx="12192006" cy="6869749"/>
          </a:xfrm>
        </p:grpSpPr>
        <p:pic>
          <p:nvPicPr>
            <p:cNvPr id="11" name="Picture 2" descr="1920x1080 Wallpaper sea, lake, island, mountains">
              <a:extLst>
                <a:ext uri="{FF2B5EF4-FFF2-40B4-BE49-F238E27FC236}">
                  <a16:creationId xmlns:a16="http://schemas.microsoft.com/office/drawing/2014/main" id="{FF542178-E9A6-467B-8140-3879E9DCDBA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 flipH="1">
              <a:off x="4041008" y="0"/>
              <a:ext cx="8150992" cy="685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75D3B57D-7E16-4FB6-91B9-A2569616253B}"/>
                </a:ext>
              </a:extLst>
            </p:cNvPr>
            <p:cNvSpPr/>
            <p:nvPr userDrawn="1"/>
          </p:nvSpPr>
          <p:spPr>
            <a:xfrm flipH="1">
              <a:off x="-6" y="-11749"/>
              <a:ext cx="12192005" cy="6869749"/>
            </a:xfrm>
            <a:prstGeom prst="rect">
              <a:avLst/>
            </a:prstGeom>
            <a:gradFill>
              <a:gsLst>
                <a:gs pos="0">
                  <a:schemeClr val="accent1">
                    <a:alpha val="32000"/>
                  </a:schemeClr>
                </a:gs>
                <a:gs pos="100000">
                  <a:schemeClr val="accent1">
                    <a:alpha val="0"/>
                  </a:schemeClr>
                </a:gs>
                <a:gs pos="54000">
                  <a:schemeClr val="accent1">
                    <a:alpha val="9000"/>
                  </a:schemeClr>
                </a:gs>
              </a:gsLst>
              <a:lin ang="2700000" scaled="0"/>
            </a:gra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endParaRPr>
            </a:p>
          </p:txBody>
        </p:sp>
      </p:grpSp>
      <p:sp>
        <p:nvSpPr>
          <p:cNvPr id="7" name="Полилиния 5">
            <a:extLst>
              <a:ext uri="{FF2B5EF4-FFF2-40B4-BE49-F238E27FC236}">
                <a16:creationId xmlns:a16="http://schemas.microsoft.com/office/drawing/2014/main" id="{8617ABEA-6DE6-4B2A-B4AF-41A24F46C6B4}"/>
              </a:ext>
            </a:extLst>
          </p:cNvPr>
          <p:cNvSpPr/>
          <p:nvPr/>
        </p:nvSpPr>
        <p:spPr>
          <a:xfrm>
            <a:off x="-2" y="-11749"/>
            <a:ext cx="7416801" cy="6880722"/>
          </a:xfrm>
          <a:custGeom>
            <a:avLst/>
            <a:gdLst>
              <a:gd name="connsiteX0" fmla="*/ 381 w 8891522"/>
              <a:gd name="connsiteY0" fmla="*/ 0 h 6858000"/>
              <a:gd name="connsiteX1" fmla="*/ 8891522 w 8891522"/>
              <a:gd name="connsiteY1" fmla="*/ 1 h 6858000"/>
              <a:gd name="connsiteX2" fmla="*/ 6385010 w 8891522"/>
              <a:gd name="connsiteY2" fmla="*/ 6858000 h 6858000"/>
              <a:gd name="connsiteX3" fmla="*/ 0 w 8891522"/>
              <a:gd name="connsiteY3" fmla="*/ 6858000 h 6858000"/>
              <a:gd name="connsiteX0" fmla="*/ 381 w 9612610"/>
              <a:gd name="connsiteY0" fmla="*/ 0 h 6858000"/>
              <a:gd name="connsiteX1" fmla="*/ 9612610 w 9612610"/>
              <a:gd name="connsiteY1" fmla="*/ 12701 h 6858000"/>
              <a:gd name="connsiteX2" fmla="*/ 6385010 w 9612610"/>
              <a:gd name="connsiteY2" fmla="*/ 6858000 h 6858000"/>
              <a:gd name="connsiteX3" fmla="*/ 0 w 9612610"/>
              <a:gd name="connsiteY3" fmla="*/ 6858000 h 6858000"/>
              <a:gd name="connsiteX4" fmla="*/ 381 w 9612610"/>
              <a:gd name="connsiteY4" fmla="*/ 0 h 6858000"/>
              <a:gd name="connsiteX0" fmla="*/ 381 w 9612610"/>
              <a:gd name="connsiteY0" fmla="*/ 11749 h 6869749"/>
              <a:gd name="connsiteX1" fmla="*/ 9612610 w 9612610"/>
              <a:gd name="connsiteY1" fmla="*/ 0 h 6869749"/>
              <a:gd name="connsiteX2" fmla="*/ 6385010 w 9612610"/>
              <a:gd name="connsiteY2" fmla="*/ 6869749 h 6869749"/>
              <a:gd name="connsiteX3" fmla="*/ 0 w 9612610"/>
              <a:gd name="connsiteY3" fmla="*/ 6869749 h 6869749"/>
              <a:gd name="connsiteX4" fmla="*/ 381 w 9612610"/>
              <a:gd name="connsiteY4" fmla="*/ 11749 h 6869749"/>
              <a:gd name="connsiteX0" fmla="*/ 381 w 9612610"/>
              <a:gd name="connsiteY0" fmla="*/ 11749 h 6880722"/>
              <a:gd name="connsiteX1" fmla="*/ 9612610 w 9612610"/>
              <a:gd name="connsiteY1" fmla="*/ 0 h 6880722"/>
              <a:gd name="connsiteX2" fmla="*/ 6380269 w 9612610"/>
              <a:gd name="connsiteY2" fmla="*/ 6880722 h 6880722"/>
              <a:gd name="connsiteX3" fmla="*/ 0 w 9612610"/>
              <a:gd name="connsiteY3" fmla="*/ 6869749 h 6880722"/>
              <a:gd name="connsiteX4" fmla="*/ 381 w 9612610"/>
              <a:gd name="connsiteY4" fmla="*/ 11749 h 688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12610" h="6880722">
                <a:moveTo>
                  <a:pt x="381" y="11749"/>
                </a:moveTo>
                <a:lnTo>
                  <a:pt x="9612610" y="0"/>
                </a:lnTo>
                <a:lnTo>
                  <a:pt x="6380269" y="6880722"/>
                </a:lnTo>
                <a:lnTo>
                  <a:pt x="0" y="6869749"/>
                </a:lnTo>
                <a:lnTo>
                  <a:pt x="381" y="117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304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TB Group Regular"/>
              <a:ea typeface="+mn-ea"/>
              <a:cs typeface="+mn-cs"/>
            </a:endParaRP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EC28FC27-073A-4DC4-A2E3-A5646942FE42}"/>
              </a:ext>
            </a:extLst>
          </p:cNvPr>
          <p:cNvCxnSpPr>
            <a:cxnSpLocks/>
          </p:cNvCxnSpPr>
          <p:nvPr/>
        </p:nvCxnSpPr>
        <p:spPr>
          <a:xfrm flipV="1">
            <a:off x="4928144" y="-4890"/>
            <a:ext cx="2495050" cy="6862891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Текст 9">
            <a:extLst>
              <a:ext uri="{FF2B5EF4-FFF2-40B4-BE49-F238E27FC236}">
                <a16:creationId xmlns:a16="http://schemas.microsoft.com/office/drawing/2014/main" id="{57BADC26-F9BA-408E-AE19-10B437890A04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515938" y="4256362"/>
            <a:ext cx="4979515" cy="55399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accent4"/>
                </a:solidFill>
                <a:latin typeface="VTB Group Book" panose="020B0503040504020204" pitchFamily="34" charset="-52"/>
              </a:defRPr>
            </a:lvl1pPr>
            <a:lvl2pPr marL="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2pPr>
            <a:lvl3pPr marL="91440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3pPr>
            <a:lvl4pPr marL="137160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4pPr>
            <a:lvl5pPr marL="182880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Подзаголовок до двух строк</a:t>
            </a:r>
            <a:br>
              <a:rPr lang="ru-RU" dirty="0"/>
            </a:br>
            <a:r>
              <a:rPr lang="ru-RU" dirty="0"/>
              <a:t>Подзаголовок до двух строк</a:t>
            </a:r>
          </a:p>
        </p:txBody>
      </p:sp>
      <p:sp>
        <p:nvSpPr>
          <p:cNvPr id="16" name="Заголовок 3">
            <a:extLst>
              <a:ext uri="{FF2B5EF4-FFF2-40B4-BE49-F238E27FC236}">
                <a16:creationId xmlns:a16="http://schemas.microsoft.com/office/drawing/2014/main" id="{582097B4-A93B-47F6-AE0C-D27BD4FE4ED4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15938" y="2332555"/>
            <a:ext cx="4979515" cy="166199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ru-RU" sz="40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Заголовок</a:t>
            </a:r>
            <a:br>
              <a:rPr kumimoji="0" lang="ru-RU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титульного слайда</a:t>
            </a:r>
            <a:br>
              <a:rPr kumimoji="0" lang="en-US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Light" panose="020B0403040504020204" pitchFamily="34" charset="0"/>
              </a:rPr>
              <a:t>до трех строк</a:t>
            </a:r>
          </a:p>
        </p:txBody>
      </p:sp>
      <p:pic>
        <p:nvPicPr>
          <p:cNvPr id="13" name="Picture 6">
            <a:extLst>
              <a:ext uri="{FF2B5EF4-FFF2-40B4-BE49-F238E27FC236}">
                <a16:creationId xmlns:a16="http://schemas.microsoft.com/office/drawing/2014/main" id="{E6D08B34-7785-7F4E-9555-BBA6478C296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767" y="566894"/>
            <a:ext cx="1709103" cy="60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9000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TB Cover 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C157F90-5C34-4838-BE87-7871F20B64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58410" y="0"/>
            <a:ext cx="10733590" cy="6858000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586A2DA-B6FC-45A2-A85F-49CBC80CEE59}"/>
              </a:ext>
            </a:extLst>
          </p:cNvPr>
          <p:cNvSpPr/>
          <p:nvPr userDrawn="1"/>
        </p:nvSpPr>
        <p:spPr>
          <a:xfrm>
            <a:off x="3467099" y="0"/>
            <a:ext cx="8724901" cy="6858000"/>
          </a:xfrm>
          <a:prstGeom prst="rect">
            <a:avLst/>
          </a:prstGeom>
          <a:gradFill flip="none" rotWithShape="1">
            <a:gsLst>
              <a:gs pos="0">
                <a:srgbClr val="010213"/>
              </a:gs>
              <a:gs pos="22000">
                <a:srgbClr val="010213">
                  <a:alpha val="78000"/>
                </a:srgbClr>
              </a:gs>
              <a:gs pos="41000">
                <a:srgbClr val="08102C">
                  <a:alpha val="0"/>
                </a:srgbClr>
              </a:gs>
            </a:gsLst>
            <a:lin ang="8100000" scaled="1"/>
            <a:tileRect/>
          </a:gra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TB Group Regular"/>
              <a:ea typeface="+mn-ea"/>
              <a:cs typeface="+mn-cs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A6ECA3F-2BA4-48B8-BE54-65D4484AA45B}"/>
              </a:ext>
            </a:extLst>
          </p:cNvPr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64000">
                <a:schemeClr val="accent1">
                  <a:alpha val="7000"/>
                </a:schemeClr>
              </a:gs>
              <a:gs pos="100000">
                <a:srgbClr val="002284">
                  <a:alpha val="84000"/>
                </a:srgbClr>
              </a:gs>
            </a:gsLst>
            <a:lin ang="189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ru-RU" sz="1700">
              <a:solidFill>
                <a:schemeClr val="dk1"/>
              </a:solidFill>
              <a:latin typeface="Times New Roman"/>
              <a:cs typeface="Times New Roman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17F6B5-0E4B-40F4-855A-A2E335372B45}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gradFill>
            <a:gsLst>
              <a:gs pos="21000">
                <a:schemeClr val="accent1">
                  <a:lumMod val="75000"/>
                </a:schemeClr>
              </a:gs>
              <a:gs pos="100000">
                <a:schemeClr val="accent1">
                  <a:alpha val="5000"/>
                </a:schemeClr>
              </a:gs>
            </a:gsLst>
            <a:lin ang="0" scaled="0"/>
          </a:gra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TB Group Regular"/>
              <a:ea typeface="+mn-ea"/>
              <a:cs typeface="+mn-cs"/>
            </a:endParaRPr>
          </a:p>
        </p:txBody>
      </p:sp>
      <p:pic>
        <p:nvPicPr>
          <p:cNvPr id="12" name="Picture 6">
            <a:extLst>
              <a:ext uri="{FF2B5EF4-FFF2-40B4-BE49-F238E27FC236}">
                <a16:creationId xmlns:a16="http://schemas.microsoft.com/office/drawing/2014/main" id="{9FD429D3-906F-43BD-95B4-BF2D040267B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66960" y="566895"/>
            <a:ext cx="1709103" cy="604845"/>
          </a:xfrm>
          <a:prstGeom prst="rect">
            <a:avLst/>
          </a:prstGeom>
        </p:spPr>
      </p:pic>
      <p:grpSp>
        <p:nvGrpSpPr>
          <p:cNvPr id="31" name="Группа 30">
            <a:extLst>
              <a:ext uri="{FF2B5EF4-FFF2-40B4-BE49-F238E27FC236}">
                <a16:creationId xmlns:a16="http://schemas.microsoft.com/office/drawing/2014/main" id="{A33675D9-2E11-4BCE-8C1A-967F5864DAAB}"/>
              </a:ext>
            </a:extLst>
          </p:cNvPr>
          <p:cNvGrpSpPr/>
          <p:nvPr userDrawn="1"/>
        </p:nvGrpSpPr>
        <p:grpSpPr>
          <a:xfrm>
            <a:off x="1" y="4070466"/>
            <a:ext cx="5012555" cy="616766"/>
            <a:chOff x="1" y="4070466"/>
            <a:chExt cx="5012555" cy="616766"/>
          </a:xfrm>
        </p:grpSpPr>
        <p:sp>
          <p:nvSpPr>
            <p:cNvPr id="32" name="Полилиния: фигура 31">
              <a:extLst>
                <a:ext uri="{FF2B5EF4-FFF2-40B4-BE49-F238E27FC236}">
                  <a16:creationId xmlns:a16="http://schemas.microsoft.com/office/drawing/2014/main" id="{5819AF5D-3AA2-4A4A-9077-A0EA33151BA8}"/>
                </a:ext>
              </a:extLst>
            </p:cNvPr>
            <p:cNvSpPr/>
            <p:nvPr/>
          </p:nvSpPr>
          <p:spPr>
            <a:xfrm>
              <a:off x="1" y="4070466"/>
              <a:ext cx="4953000" cy="616766"/>
            </a:xfrm>
            <a:custGeom>
              <a:avLst/>
              <a:gdLst>
                <a:gd name="connsiteX0" fmla="*/ 0 w 5401805"/>
                <a:gd name="connsiteY0" fmla="*/ 0 h 672653"/>
                <a:gd name="connsiteX1" fmla="*/ 5401805 w 5401805"/>
                <a:gd name="connsiteY1" fmla="*/ 0 h 672653"/>
                <a:gd name="connsiteX2" fmla="*/ 5180516 w 5401805"/>
                <a:gd name="connsiteY2" fmla="*/ 672653 h 672653"/>
                <a:gd name="connsiteX3" fmla="*/ 0 w 5401805"/>
                <a:gd name="connsiteY3" fmla="*/ 672653 h 672653"/>
                <a:gd name="connsiteX4" fmla="*/ 0 w 5401805"/>
                <a:gd name="connsiteY4" fmla="*/ 0 h 672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01805" h="672653">
                  <a:moveTo>
                    <a:pt x="0" y="0"/>
                  </a:moveTo>
                  <a:lnTo>
                    <a:pt x="5401805" y="0"/>
                  </a:lnTo>
                  <a:lnTo>
                    <a:pt x="5180516" y="672653"/>
                  </a:lnTo>
                  <a:lnTo>
                    <a:pt x="0" y="6726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ru-RU">
                <a:solidFill>
                  <a:schemeClr val="bg1"/>
                </a:solidFill>
                <a:latin typeface="VTB Group Regular"/>
              </a:endParaRPr>
            </a:p>
          </p:txBody>
        </p:sp>
        <p:sp>
          <p:nvSpPr>
            <p:cNvPr id="33" name="Полилиния: фигура 32">
              <a:extLst>
                <a:ext uri="{FF2B5EF4-FFF2-40B4-BE49-F238E27FC236}">
                  <a16:creationId xmlns:a16="http://schemas.microsoft.com/office/drawing/2014/main" id="{64050744-9F6C-4421-9B46-4926B8762AD7}"/>
                </a:ext>
              </a:extLst>
            </p:cNvPr>
            <p:cNvSpPr/>
            <p:nvPr/>
          </p:nvSpPr>
          <p:spPr>
            <a:xfrm>
              <a:off x="59556" y="4070466"/>
              <a:ext cx="4953000" cy="616766"/>
            </a:xfrm>
            <a:custGeom>
              <a:avLst/>
              <a:gdLst>
                <a:gd name="connsiteX0" fmla="*/ 0 w 5401805"/>
                <a:gd name="connsiteY0" fmla="*/ 0 h 672653"/>
                <a:gd name="connsiteX1" fmla="*/ 5401805 w 5401805"/>
                <a:gd name="connsiteY1" fmla="*/ 0 h 672653"/>
                <a:gd name="connsiteX2" fmla="*/ 5180516 w 5401805"/>
                <a:gd name="connsiteY2" fmla="*/ 672653 h 672653"/>
                <a:gd name="connsiteX3" fmla="*/ 0 w 5401805"/>
                <a:gd name="connsiteY3" fmla="*/ 672653 h 672653"/>
                <a:gd name="connsiteX4" fmla="*/ 0 w 5401805"/>
                <a:gd name="connsiteY4" fmla="*/ 0 h 672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01805" h="672653">
                  <a:moveTo>
                    <a:pt x="0" y="0"/>
                  </a:moveTo>
                  <a:lnTo>
                    <a:pt x="5401805" y="0"/>
                  </a:lnTo>
                  <a:lnTo>
                    <a:pt x="5180516" y="672653"/>
                  </a:lnTo>
                  <a:lnTo>
                    <a:pt x="0" y="6726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53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ru-RU">
                <a:solidFill>
                  <a:schemeClr val="bg1"/>
                </a:solidFill>
                <a:latin typeface="VTB Group Regular"/>
              </a:endParaRPr>
            </a:p>
          </p:txBody>
        </p:sp>
      </p:grp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2142A35B-7EBE-4304-8033-E1CC30E9B7D3}"/>
              </a:ext>
            </a:extLst>
          </p:cNvPr>
          <p:cNvGrpSpPr/>
          <p:nvPr userDrawn="1"/>
        </p:nvGrpSpPr>
        <p:grpSpPr>
          <a:xfrm>
            <a:off x="0" y="2170769"/>
            <a:ext cx="5656837" cy="1824862"/>
            <a:chOff x="0" y="2170769"/>
            <a:chExt cx="5656837" cy="1824862"/>
          </a:xfrm>
        </p:grpSpPr>
        <p:sp>
          <p:nvSpPr>
            <p:cNvPr id="35" name="Полилиния: фигура 23">
              <a:extLst>
                <a:ext uri="{FF2B5EF4-FFF2-40B4-BE49-F238E27FC236}">
                  <a16:creationId xmlns:a16="http://schemas.microsoft.com/office/drawing/2014/main" id="{C302C7EA-9ED2-4BB2-849E-DF7D97088A60}"/>
                </a:ext>
              </a:extLst>
            </p:cNvPr>
            <p:cNvSpPr/>
            <p:nvPr/>
          </p:nvSpPr>
          <p:spPr>
            <a:xfrm>
              <a:off x="0" y="2170769"/>
              <a:ext cx="5597282" cy="1824862"/>
            </a:xfrm>
            <a:custGeom>
              <a:avLst/>
              <a:gdLst>
                <a:gd name="connsiteX0" fmla="*/ 0 w 6975588"/>
                <a:gd name="connsiteY0" fmla="*/ 0 h 2122291"/>
                <a:gd name="connsiteX1" fmla="*/ 6975588 w 6975588"/>
                <a:gd name="connsiteY1" fmla="*/ 0 h 2122291"/>
                <a:gd name="connsiteX2" fmla="*/ 6204693 w 6975588"/>
                <a:gd name="connsiteY2" fmla="*/ 2120589 h 2122291"/>
                <a:gd name="connsiteX3" fmla="*/ 0 w 6975588"/>
                <a:gd name="connsiteY3" fmla="*/ 2122291 h 2122291"/>
                <a:gd name="connsiteX4" fmla="*/ 0 w 6975588"/>
                <a:gd name="connsiteY4" fmla="*/ 0 h 2122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75588" h="2122291">
                  <a:moveTo>
                    <a:pt x="0" y="0"/>
                  </a:moveTo>
                  <a:lnTo>
                    <a:pt x="6975588" y="0"/>
                  </a:lnTo>
                  <a:lnTo>
                    <a:pt x="6204693" y="2120589"/>
                  </a:lnTo>
                  <a:lnTo>
                    <a:pt x="0" y="21222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endParaRPr>
            </a:p>
          </p:txBody>
        </p:sp>
        <p:sp>
          <p:nvSpPr>
            <p:cNvPr id="36" name="Полилиния: фигура 35">
              <a:extLst>
                <a:ext uri="{FF2B5EF4-FFF2-40B4-BE49-F238E27FC236}">
                  <a16:creationId xmlns:a16="http://schemas.microsoft.com/office/drawing/2014/main" id="{46A3FB08-91C8-479A-97D7-62390134FEB2}"/>
                </a:ext>
              </a:extLst>
            </p:cNvPr>
            <p:cNvSpPr/>
            <p:nvPr/>
          </p:nvSpPr>
          <p:spPr>
            <a:xfrm>
              <a:off x="59555" y="2170769"/>
              <a:ext cx="5597282" cy="1824862"/>
            </a:xfrm>
            <a:custGeom>
              <a:avLst/>
              <a:gdLst>
                <a:gd name="connsiteX0" fmla="*/ 0 w 6975588"/>
                <a:gd name="connsiteY0" fmla="*/ 0 h 2122291"/>
                <a:gd name="connsiteX1" fmla="*/ 6975588 w 6975588"/>
                <a:gd name="connsiteY1" fmla="*/ 0 h 2122291"/>
                <a:gd name="connsiteX2" fmla="*/ 6204693 w 6975588"/>
                <a:gd name="connsiteY2" fmla="*/ 2120589 h 2122291"/>
                <a:gd name="connsiteX3" fmla="*/ 0 w 6975588"/>
                <a:gd name="connsiteY3" fmla="*/ 2122291 h 2122291"/>
                <a:gd name="connsiteX4" fmla="*/ 0 w 6975588"/>
                <a:gd name="connsiteY4" fmla="*/ 0 h 2122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75588" h="2122291">
                  <a:moveTo>
                    <a:pt x="0" y="0"/>
                  </a:moveTo>
                  <a:lnTo>
                    <a:pt x="6975588" y="0"/>
                  </a:lnTo>
                  <a:lnTo>
                    <a:pt x="6204693" y="2120589"/>
                  </a:lnTo>
                  <a:lnTo>
                    <a:pt x="0" y="21222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alpha val="54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endParaRPr>
            </a:p>
          </p:txBody>
        </p:sp>
      </p:grpSp>
      <p:sp>
        <p:nvSpPr>
          <p:cNvPr id="15" name="Заголовок 6">
            <a:extLst>
              <a:ext uri="{FF2B5EF4-FFF2-40B4-BE49-F238E27FC236}">
                <a16:creationId xmlns:a16="http://schemas.microsoft.com/office/drawing/2014/main" id="{D283E5E6-5E05-43DD-9B21-B380567F82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2335303"/>
            <a:ext cx="4392329" cy="14957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ru-RU" sz="36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Заголовок</a:t>
            </a:r>
            <a:b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титульного слайда</a:t>
            </a:r>
            <a:br>
              <a:rPr kumimoji="0" lang="en-US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Light" panose="020B0403040504020204" pitchFamily="34" charset="0"/>
              </a:rPr>
              <a:t>до трех строк</a:t>
            </a:r>
          </a:p>
        </p:txBody>
      </p:sp>
      <p:sp>
        <p:nvSpPr>
          <p:cNvPr id="17" name="Текст 5">
            <a:extLst>
              <a:ext uri="{FF2B5EF4-FFF2-40B4-BE49-F238E27FC236}">
                <a16:creationId xmlns:a16="http://schemas.microsoft.com/office/drawing/2014/main" id="{3EFB8B82-BC93-4E9E-B2B2-31FC8F3397B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9" y="4184950"/>
            <a:ext cx="3813544" cy="3877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00AAFF"/>
              </a:buClr>
              <a:buSzTx/>
              <a:buFont typeface="Arial" panose="020B0604020202020204" pitchFamily="34" charset="0"/>
              <a:buNone/>
              <a:tabLst/>
              <a:defRPr lang="ru-RU" sz="1400" dirty="0" smtClean="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00AAFF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Подзаголовок до двух строк</a:t>
            </a:r>
            <a:br>
              <a:rPr lang="ru-RU" dirty="0"/>
            </a:br>
            <a:r>
              <a:rPr lang="ru-RU" dirty="0"/>
              <a:t>Подзаголовок до двух строк</a:t>
            </a:r>
          </a:p>
        </p:txBody>
      </p:sp>
    </p:spTree>
    <p:extLst>
      <p:ext uri="{BB962C8B-B14F-4D97-AF65-F5344CB8AC3E}">
        <p14:creationId xmlns:p14="http://schemas.microsoft.com/office/powerpoint/2010/main" val="41701228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TB Cover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1E4CF21-F46C-43EC-BD25-C07A92071F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9" name="Google Shape;46;p6">
            <a:extLst>
              <a:ext uri="{FF2B5EF4-FFF2-40B4-BE49-F238E27FC236}">
                <a16:creationId xmlns:a16="http://schemas.microsoft.com/office/drawing/2014/main" id="{7E35F602-2A97-480B-AB76-169A22176824}"/>
              </a:ext>
            </a:extLst>
          </p:cNvPr>
          <p:cNvSpPr/>
          <p:nvPr userDrawn="1"/>
        </p:nvSpPr>
        <p:spPr>
          <a:xfrm flipH="1">
            <a:off x="-2" y="0"/>
            <a:ext cx="12192001" cy="6858000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id="{662EC833-4096-4263-BCFF-2842DDE3D08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66960" y="566895"/>
            <a:ext cx="1709103" cy="604845"/>
          </a:xfrm>
          <a:prstGeom prst="rect">
            <a:avLst/>
          </a:prstGeom>
        </p:spPr>
      </p:pic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394FE736-20D3-4206-8726-7DD7BE124048}"/>
              </a:ext>
            </a:extLst>
          </p:cNvPr>
          <p:cNvGrpSpPr/>
          <p:nvPr userDrawn="1"/>
        </p:nvGrpSpPr>
        <p:grpSpPr>
          <a:xfrm>
            <a:off x="1" y="4070466"/>
            <a:ext cx="5012555" cy="616766"/>
            <a:chOff x="1" y="4070466"/>
            <a:chExt cx="5012555" cy="616766"/>
          </a:xfrm>
        </p:grpSpPr>
        <p:sp>
          <p:nvSpPr>
            <p:cNvPr id="30" name="Полилиния: фигура 29">
              <a:extLst>
                <a:ext uri="{FF2B5EF4-FFF2-40B4-BE49-F238E27FC236}">
                  <a16:creationId xmlns:a16="http://schemas.microsoft.com/office/drawing/2014/main" id="{49E88964-A21A-474B-84BD-66E9D933149F}"/>
                </a:ext>
              </a:extLst>
            </p:cNvPr>
            <p:cNvSpPr/>
            <p:nvPr/>
          </p:nvSpPr>
          <p:spPr>
            <a:xfrm>
              <a:off x="1" y="4070466"/>
              <a:ext cx="4953000" cy="616766"/>
            </a:xfrm>
            <a:custGeom>
              <a:avLst/>
              <a:gdLst>
                <a:gd name="connsiteX0" fmla="*/ 0 w 5401805"/>
                <a:gd name="connsiteY0" fmla="*/ 0 h 672653"/>
                <a:gd name="connsiteX1" fmla="*/ 5401805 w 5401805"/>
                <a:gd name="connsiteY1" fmla="*/ 0 h 672653"/>
                <a:gd name="connsiteX2" fmla="*/ 5180516 w 5401805"/>
                <a:gd name="connsiteY2" fmla="*/ 672653 h 672653"/>
                <a:gd name="connsiteX3" fmla="*/ 0 w 5401805"/>
                <a:gd name="connsiteY3" fmla="*/ 672653 h 672653"/>
                <a:gd name="connsiteX4" fmla="*/ 0 w 5401805"/>
                <a:gd name="connsiteY4" fmla="*/ 0 h 672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01805" h="672653">
                  <a:moveTo>
                    <a:pt x="0" y="0"/>
                  </a:moveTo>
                  <a:lnTo>
                    <a:pt x="5401805" y="0"/>
                  </a:lnTo>
                  <a:lnTo>
                    <a:pt x="5180516" y="672653"/>
                  </a:lnTo>
                  <a:lnTo>
                    <a:pt x="0" y="6726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ru-RU">
                <a:solidFill>
                  <a:schemeClr val="bg1"/>
                </a:solidFill>
                <a:latin typeface="VTB Group Regular"/>
              </a:endParaRPr>
            </a:p>
          </p:txBody>
        </p:sp>
        <p:sp>
          <p:nvSpPr>
            <p:cNvPr id="31" name="Полилиния: фигура 30">
              <a:extLst>
                <a:ext uri="{FF2B5EF4-FFF2-40B4-BE49-F238E27FC236}">
                  <a16:creationId xmlns:a16="http://schemas.microsoft.com/office/drawing/2014/main" id="{C5DEA1F8-D02C-4E68-99FA-9BB9B6EBE71A}"/>
                </a:ext>
              </a:extLst>
            </p:cNvPr>
            <p:cNvSpPr/>
            <p:nvPr/>
          </p:nvSpPr>
          <p:spPr>
            <a:xfrm>
              <a:off x="59556" y="4070466"/>
              <a:ext cx="4953000" cy="616766"/>
            </a:xfrm>
            <a:custGeom>
              <a:avLst/>
              <a:gdLst>
                <a:gd name="connsiteX0" fmla="*/ 0 w 5401805"/>
                <a:gd name="connsiteY0" fmla="*/ 0 h 672653"/>
                <a:gd name="connsiteX1" fmla="*/ 5401805 w 5401805"/>
                <a:gd name="connsiteY1" fmla="*/ 0 h 672653"/>
                <a:gd name="connsiteX2" fmla="*/ 5180516 w 5401805"/>
                <a:gd name="connsiteY2" fmla="*/ 672653 h 672653"/>
                <a:gd name="connsiteX3" fmla="*/ 0 w 5401805"/>
                <a:gd name="connsiteY3" fmla="*/ 672653 h 672653"/>
                <a:gd name="connsiteX4" fmla="*/ 0 w 5401805"/>
                <a:gd name="connsiteY4" fmla="*/ 0 h 672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01805" h="672653">
                  <a:moveTo>
                    <a:pt x="0" y="0"/>
                  </a:moveTo>
                  <a:lnTo>
                    <a:pt x="5401805" y="0"/>
                  </a:lnTo>
                  <a:lnTo>
                    <a:pt x="5180516" y="672653"/>
                  </a:lnTo>
                  <a:lnTo>
                    <a:pt x="0" y="6726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53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ru-RU">
                <a:solidFill>
                  <a:schemeClr val="bg1"/>
                </a:solidFill>
                <a:latin typeface="VTB Group Regular"/>
              </a:endParaRPr>
            </a:p>
          </p:txBody>
        </p:sp>
      </p:grp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C4140472-3C6F-49DF-806D-9F93A9069300}"/>
              </a:ext>
            </a:extLst>
          </p:cNvPr>
          <p:cNvGrpSpPr/>
          <p:nvPr userDrawn="1"/>
        </p:nvGrpSpPr>
        <p:grpSpPr>
          <a:xfrm>
            <a:off x="0" y="2170769"/>
            <a:ext cx="5656837" cy="1824862"/>
            <a:chOff x="0" y="2170769"/>
            <a:chExt cx="5656837" cy="1824862"/>
          </a:xfrm>
        </p:grpSpPr>
        <p:sp>
          <p:nvSpPr>
            <p:cNvPr id="33" name="Полилиния: фигура 23">
              <a:extLst>
                <a:ext uri="{FF2B5EF4-FFF2-40B4-BE49-F238E27FC236}">
                  <a16:creationId xmlns:a16="http://schemas.microsoft.com/office/drawing/2014/main" id="{BC0EE51D-29BE-4C6E-8581-2CBD9BF882C8}"/>
                </a:ext>
              </a:extLst>
            </p:cNvPr>
            <p:cNvSpPr/>
            <p:nvPr/>
          </p:nvSpPr>
          <p:spPr>
            <a:xfrm>
              <a:off x="0" y="2170769"/>
              <a:ext cx="5597282" cy="1824862"/>
            </a:xfrm>
            <a:custGeom>
              <a:avLst/>
              <a:gdLst>
                <a:gd name="connsiteX0" fmla="*/ 0 w 6975588"/>
                <a:gd name="connsiteY0" fmla="*/ 0 h 2122291"/>
                <a:gd name="connsiteX1" fmla="*/ 6975588 w 6975588"/>
                <a:gd name="connsiteY1" fmla="*/ 0 h 2122291"/>
                <a:gd name="connsiteX2" fmla="*/ 6204693 w 6975588"/>
                <a:gd name="connsiteY2" fmla="*/ 2120589 h 2122291"/>
                <a:gd name="connsiteX3" fmla="*/ 0 w 6975588"/>
                <a:gd name="connsiteY3" fmla="*/ 2122291 h 2122291"/>
                <a:gd name="connsiteX4" fmla="*/ 0 w 6975588"/>
                <a:gd name="connsiteY4" fmla="*/ 0 h 2122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75588" h="2122291">
                  <a:moveTo>
                    <a:pt x="0" y="0"/>
                  </a:moveTo>
                  <a:lnTo>
                    <a:pt x="6975588" y="0"/>
                  </a:lnTo>
                  <a:lnTo>
                    <a:pt x="6204693" y="2120589"/>
                  </a:lnTo>
                  <a:lnTo>
                    <a:pt x="0" y="21222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endParaRPr>
            </a:p>
          </p:txBody>
        </p:sp>
        <p:sp>
          <p:nvSpPr>
            <p:cNvPr id="34" name="Полилиния: фигура 33">
              <a:extLst>
                <a:ext uri="{FF2B5EF4-FFF2-40B4-BE49-F238E27FC236}">
                  <a16:creationId xmlns:a16="http://schemas.microsoft.com/office/drawing/2014/main" id="{B5D2DC43-52DA-4F7A-841B-708A3F746090}"/>
                </a:ext>
              </a:extLst>
            </p:cNvPr>
            <p:cNvSpPr/>
            <p:nvPr/>
          </p:nvSpPr>
          <p:spPr>
            <a:xfrm>
              <a:off x="59555" y="2170769"/>
              <a:ext cx="5597282" cy="1824862"/>
            </a:xfrm>
            <a:custGeom>
              <a:avLst/>
              <a:gdLst>
                <a:gd name="connsiteX0" fmla="*/ 0 w 6975588"/>
                <a:gd name="connsiteY0" fmla="*/ 0 h 2122291"/>
                <a:gd name="connsiteX1" fmla="*/ 6975588 w 6975588"/>
                <a:gd name="connsiteY1" fmla="*/ 0 h 2122291"/>
                <a:gd name="connsiteX2" fmla="*/ 6204693 w 6975588"/>
                <a:gd name="connsiteY2" fmla="*/ 2120589 h 2122291"/>
                <a:gd name="connsiteX3" fmla="*/ 0 w 6975588"/>
                <a:gd name="connsiteY3" fmla="*/ 2122291 h 2122291"/>
                <a:gd name="connsiteX4" fmla="*/ 0 w 6975588"/>
                <a:gd name="connsiteY4" fmla="*/ 0 h 2122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75588" h="2122291">
                  <a:moveTo>
                    <a:pt x="0" y="0"/>
                  </a:moveTo>
                  <a:lnTo>
                    <a:pt x="6975588" y="0"/>
                  </a:lnTo>
                  <a:lnTo>
                    <a:pt x="6204693" y="2120589"/>
                  </a:lnTo>
                  <a:lnTo>
                    <a:pt x="0" y="21222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alpha val="54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endParaRPr>
            </a:p>
          </p:txBody>
        </p:sp>
      </p:grpSp>
      <p:sp>
        <p:nvSpPr>
          <p:cNvPr id="13" name="Заголовок 6">
            <a:extLst>
              <a:ext uri="{FF2B5EF4-FFF2-40B4-BE49-F238E27FC236}">
                <a16:creationId xmlns:a16="http://schemas.microsoft.com/office/drawing/2014/main" id="{8F7E2422-0023-4B95-ABCE-AFDFDF0A28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2335303"/>
            <a:ext cx="4392329" cy="14957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ru-RU" sz="36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Заголовок</a:t>
            </a:r>
            <a:b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титульного слайда</a:t>
            </a:r>
            <a:br>
              <a:rPr kumimoji="0" lang="en-US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Light" panose="020B0403040504020204" pitchFamily="34" charset="0"/>
              </a:rPr>
              <a:t>до трех строк</a:t>
            </a:r>
          </a:p>
        </p:txBody>
      </p:sp>
      <p:sp>
        <p:nvSpPr>
          <p:cNvPr id="15" name="Текст 5">
            <a:extLst>
              <a:ext uri="{FF2B5EF4-FFF2-40B4-BE49-F238E27FC236}">
                <a16:creationId xmlns:a16="http://schemas.microsoft.com/office/drawing/2014/main" id="{3733A5A6-496D-4764-B816-A0926A3964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9" y="4184950"/>
            <a:ext cx="3813544" cy="3877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00AAFF"/>
              </a:buClr>
              <a:buSzTx/>
              <a:buFont typeface="Arial" panose="020B0604020202020204" pitchFamily="34" charset="0"/>
              <a:buNone/>
              <a:tabLst/>
              <a:defRPr lang="ru-RU" sz="1400" dirty="0" smtClean="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00AAFF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Подзаголовок до двух строк</a:t>
            </a:r>
            <a:br>
              <a:rPr lang="ru-RU" dirty="0"/>
            </a:br>
            <a:r>
              <a:rPr lang="ru-RU" dirty="0"/>
              <a:t>Подзаголовок до двух строк</a:t>
            </a:r>
          </a:p>
        </p:txBody>
      </p:sp>
    </p:spTree>
    <p:extLst>
      <p:ext uri="{BB962C8B-B14F-4D97-AF65-F5344CB8AC3E}">
        <p14:creationId xmlns:p14="http://schemas.microsoft.com/office/powerpoint/2010/main" val="40585232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TB Cover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1AE5B9B-EC7D-443B-8E03-292EA7F376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1342663"/>
            <a:ext cx="12192001" cy="5515338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D6F64F2-CC68-45AB-BF00-4A480A3C279E}"/>
              </a:ext>
            </a:extLst>
          </p:cNvPr>
          <p:cNvSpPr/>
          <p:nvPr userDrawn="1"/>
        </p:nvSpPr>
        <p:spPr>
          <a:xfrm>
            <a:off x="-2" y="0"/>
            <a:ext cx="12192002" cy="2523281"/>
          </a:xfrm>
          <a:prstGeom prst="rect">
            <a:avLst/>
          </a:prstGeom>
          <a:gradFill>
            <a:gsLst>
              <a:gs pos="0">
                <a:srgbClr val="08126C"/>
              </a:gs>
              <a:gs pos="56000">
                <a:srgbClr val="08126C"/>
              </a:gs>
              <a:gs pos="100000">
                <a:srgbClr val="08126C">
                  <a:alpha val="0"/>
                </a:srgbClr>
              </a:gs>
            </a:gsLst>
            <a:lin ang="5400000" scaled="0"/>
          </a:gra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id="{826D9E12-BD70-40A2-8D00-71A49345210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66960" y="566895"/>
            <a:ext cx="1709103" cy="604845"/>
          </a:xfrm>
          <a:prstGeom prst="rect">
            <a:avLst/>
          </a:prstGeom>
        </p:spPr>
      </p:pic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B2F88AEC-68C6-4045-829B-E9C1FE042B9B}"/>
              </a:ext>
            </a:extLst>
          </p:cNvPr>
          <p:cNvGrpSpPr/>
          <p:nvPr userDrawn="1"/>
        </p:nvGrpSpPr>
        <p:grpSpPr>
          <a:xfrm>
            <a:off x="1" y="4070466"/>
            <a:ext cx="5012555" cy="616766"/>
            <a:chOff x="1" y="4070466"/>
            <a:chExt cx="5012555" cy="616766"/>
          </a:xfrm>
        </p:grpSpPr>
        <p:sp>
          <p:nvSpPr>
            <p:cNvPr id="38" name="Полилиния: фигура 37">
              <a:extLst>
                <a:ext uri="{FF2B5EF4-FFF2-40B4-BE49-F238E27FC236}">
                  <a16:creationId xmlns:a16="http://schemas.microsoft.com/office/drawing/2014/main" id="{DE619440-C2F5-4710-86CE-88CA56689567}"/>
                </a:ext>
              </a:extLst>
            </p:cNvPr>
            <p:cNvSpPr/>
            <p:nvPr/>
          </p:nvSpPr>
          <p:spPr>
            <a:xfrm>
              <a:off x="1" y="4070466"/>
              <a:ext cx="4953000" cy="616766"/>
            </a:xfrm>
            <a:custGeom>
              <a:avLst/>
              <a:gdLst>
                <a:gd name="connsiteX0" fmla="*/ 0 w 5401805"/>
                <a:gd name="connsiteY0" fmla="*/ 0 h 672653"/>
                <a:gd name="connsiteX1" fmla="*/ 5401805 w 5401805"/>
                <a:gd name="connsiteY1" fmla="*/ 0 h 672653"/>
                <a:gd name="connsiteX2" fmla="*/ 5180516 w 5401805"/>
                <a:gd name="connsiteY2" fmla="*/ 672653 h 672653"/>
                <a:gd name="connsiteX3" fmla="*/ 0 w 5401805"/>
                <a:gd name="connsiteY3" fmla="*/ 672653 h 672653"/>
                <a:gd name="connsiteX4" fmla="*/ 0 w 5401805"/>
                <a:gd name="connsiteY4" fmla="*/ 0 h 672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01805" h="672653">
                  <a:moveTo>
                    <a:pt x="0" y="0"/>
                  </a:moveTo>
                  <a:lnTo>
                    <a:pt x="5401805" y="0"/>
                  </a:lnTo>
                  <a:lnTo>
                    <a:pt x="5180516" y="672653"/>
                  </a:lnTo>
                  <a:lnTo>
                    <a:pt x="0" y="6726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ru-RU">
                <a:solidFill>
                  <a:schemeClr val="bg1"/>
                </a:solidFill>
                <a:latin typeface="VTB Group Regular"/>
              </a:endParaRPr>
            </a:p>
          </p:txBody>
        </p:sp>
        <p:sp>
          <p:nvSpPr>
            <p:cNvPr id="39" name="Полилиния: фигура 38">
              <a:extLst>
                <a:ext uri="{FF2B5EF4-FFF2-40B4-BE49-F238E27FC236}">
                  <a16:creationId xmlns:a16="http://schemas.microsoft.com/office/drawing/2014/main" id="{AC32B21A-0939-4725-94A3-6D98F7F78E3A}"/>
                </a:ext>
              </a:extLst>
            </p:cNvPr>
            <p:cNvSpPr/>
            <p:nvPr/>
          </p:nvSpPr>
          <p:spPr>
            <a:xfrm>
              <a:off x="59556" y="4070466"/>
              <a:ext cx="4953000" cy="616766"/>
            </a:xfrm>
            <a:custGeom>
              <a:avLst/>
              <a:gdLst>
                <a:gd name="connsiteX0" fmla="*/ 0 w 5401805"/>
                <a:gd name="connsiteY0" fmla="*/ 0 h 672653"/>
                <a:gd name="connsiteX1" fmla="*/ 5401805 w 5401805"/>
                <a:gd name="connsiteY1" fmla="*/ 0 h 672653"/>
                <a:gd name="connsiteX2" fmla="*/ 5180516 w 5401805"/>
                <a:gd name="connsiteY2" fmla="*/ 672653 h 672653"/>
                <a:gd name="connsiteX3" fmla="*/ 0 w 5401805"/>
                <a:gd name="connsiteY3" fmla="*/ 672653 h 672653"/>
                <a:gd name="connsiteX4" fmla="*/ 0 w 5401805"/>
                <a:gd name="connsiteY4" fmla="*/ 0 h 672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01805" h="672653">
                  <a:moveTo>
                    <a:pt x="0" y="0"/>
                  </a:moveTo>
                  <a:lnTo>
                    <a:pt x="5401805" y="0"/>
                  </a:lnTo>
                  <a:lnTo>
                    <a:pt x="5180516" y="672653"/>
                  </a:lnTo>
                  <a:lnTo>
                    <a:pt x="0" y="6726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53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ru-RU">
                <a:solidFill>
                  <a:schemeClr val="bg1"/>
                </a:solidFill>
                <a:latin typeface="VTB Group Regular"/>
              </a:endParaRPr>
            </a:p>
          </p:txBody>
        </p:sp>
      </p:grp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934932E1-1987-42F9-A085-45390DB1A206}"/>
              </a:ext>
            </a:extLst>
          </p:cNvPr>
          <p:cNvGrpSpPr/>
          <p:nvPr userDrawn="1"/>
        </p:nvGrpSpPr>
        <p:grpSpPr>
          <a:xfrm>
            <a:off x="0" y="2170769"/>
            <a:ext cx="5656837" cy="1824862"/>
            <a:chOff x="0" y="2170769"/>
            <a:chExt cx="5656837" cy="1824862"/>
          </a:xfrm>
        </p:grpSpPr>
        <p:sp>
          <p:nvSpPr>
            <p:cNvPr id="41" name="Полилиния: фигура 23">
              <a:extLst>
                <a:ext uri="{FF2B5EF4-FFF2-40B4-BE49-F238E27FC236}">
                  <a16:creationId xmlns:a16="http://schemas.microsoft.com/office/drawing/2014/main" id="{A30231DA-8434-44A1-93C8-67788B884EC1}"/>
                </a:ext>
              </a:extLst>
            </p:cNvPr>
            <p:cNvSpPr/>
            <p:nvPr/>
          </p:nvSpPr>
          <p:spPr>
            <a:xfrm>
              <a:off x="0" y="2170769"/>
              <a:ext cx="5597282" cy="1824862"/>
            </a:xfrm>
            <a:custGeom>
              <a:avLst/>
              <a:gdLst>
                <a:gd name="connsiteX0" fmla="*/ 0 w 6975588"/>
                <a:gd name="connsiteY0" fmla="*/ 0 h 2122291"/>
                <a:gd name="connsiteX1" fmla="*/ 6975588 w 6975588"/>
                <a:gd name="connsiteY1" fmla="*/ 0 h 2122291"/>
                <a:gd name="connsiteX2" fmla="*/ 6204693 w 6975588"/>
                <a:gd name="connsiteY2" fmla="*/ 2120589 h 2122291"/>
                <a:gd name="connsiteX3" fmla="*/ 0 w 6975588"/>
                <a:gd name="connsiteY3" fmla="*/ 2122291 h 2122291"/>
                <a:gd name="connsiteX4" fmla="*/ 0 w 6975588"/>
                <a:gd name="connsiteY4" fmla="*/ 0 h 2122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75588" h="2122291">
                  <a:moveTo>
                    <a:pt x="0" y="0"/>
                  </a:moveTo>
                  <a:lnTo>
                    <a:pt x="6975588" y="0"/>
                  </a:lnTo>
                  <a:lnTo>
                    <a:pt x="6204693" y="2120589"/>
                  </a:lnTo>
                  <a:lnTo>
                    <a:pt x="0" y="21222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endParaRPr>
            </a:p>
          </p:txBody>
        </p:sp>
        <p:sp>
          <p:nvSpPr>
            <p:cNvPr id="42" name="Полилиния: фигура 41">
              <a:extLst>
                <a:ext uri="{FF2B5EF4-FFF2-40B4-BE49-F238E27FC236}">
                  <a16:creationId xmlns:a16="http://schemas.microsoft.com/office/drawing/2014/main" id="{F4BEA867-74DE-4EE5-864B-73387A9A1270}"/>
                </a:ext>
              </a:extLst>
            </p:cNvPr>
            <p:cNvSpPr/>
            <p:nvPr/>
          </p:nvSpPr>
          <p:spPr>
            <a:xfrm>
              <a:off x="59555" y="2170769"/>
              <a:ext cx="5597282" cy="1824862"/>
            </a:xfrm>
            <a:custGeom>
              <a:avLst/>
              <a:gdLst>
                <a:gd name="connsiteX0" fmla="*/ 0 w 6975588"/>
                <a:gd name="connsiteY0" fmla="*/ 0 h 2122291"/>
                <a:gd name="connsiteX1" fmla="*/ 6975588 w 6975588"/>
                <a:gd name="connsiteY1" fmla="*/ 0 h 2122291"/>
                <a:gd name="connsiteX2" fmla="*/ 6204693 w 6975588"/>
                <a:gd name="connsiteY2" fmla="*/ 2120589 h 2122291"/>
                <a:gd name="connsiteX3" fmla="*/ 0 w 6975588"/>
                <a:gd name="connsiteY3" fmla="*/ 2122291 h 2122291"/>
                <a:gd name="connsiteX4" fmla="*/ 0 w 6975588"/>
                <a:gd name="connsiteY4" fmla="*/ 0 h 2122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75588" h="2122291">
                  <a:moveTo>
                    <a:pt x="0" y="0"/>
                  </a:moveTo>
                  <a:lnTo>
                    <a:pt x="6975588" y="0"/>
                  </a:lnTo>
                  <a:lnTo>
                    <a:pt x="6204693" y="2120589"/>
                  </a:lnTo>
                  <a:lnTo>
                    <a:pt x="0" y="21222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alpha val="54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endParaRPr>
            </a:p>
          </p:txBody>
        </p:sp>
      </p:grpSp>
      <p:sp>
        <p:nvSpPr>
          <p:cNvPr id="13" name="Заголовок 6">
            <a:extLst>
              <a:ext uri="{FF2B5EF4-FFF2-40B4-BE49-F238E27FC236}">
                <a16:creationId xmlns:a16="http://schemas.microsoft.com/office/drawing/2014/main" id="{0AC77E3D-1BB8-4358-9765-BBE9798F99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2335303"/>
            <a:ext cx="4392329" cy="14957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ru-RU" sz="36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Заголовок</a:t>
            </a:r>
            <a:b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титульного слайда</a:t>
            </a:r>
            <a:br>
              <a:rPr kumimoji="0" lang="en-US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Light" panose="020B0403040504020204" pitchFamily="34" charset="0"/>
              </a:rPr>
              <a:t>до трех строк</a:t>
            </a:r>
          </a:p>
        </p:txBody>
      </p:sp>
      <p:sp>
        <p:nvSpPr>
          <p:cNvPr id="15" name="Текст 5">
            <a:extLst>
              <a:ext uri="{FF2B5EF4-FFF2-40B4-BE49-F238E27FC236}">
                <a16:creationId xmlns:a16="http://schemas.microsoft.com/office/drawing/2014/main" id="{4851A110-59FA-45F6-8F65-7A60ADD803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9" y="4184950"/>
            <a:ext cx="3813544" cy="3877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00AAFF"/>
              </a:buClr>
              <a:buSzTx/>
              <a:buFont typeface="Arial" panose="020B0604020202020204" pitchFamily="34" charset="0"/>
              <a:buNone/>
              <a:tabLst/>
              <a:defRPr lang="ru-RU" sz="1400" dirty="0" smtClean="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00AAFF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Подзаголовок до двух строк</a:t>
            </a:r>
            <a:br>
              <a:rPr lang="ru-RU" dirty="0"/>
            </a:br>
            <a:r>
              <a:rPr lang="ru-RU" dirty="0"/>
              <a:t>Подзаголовок до двух строк</a:t>
            </a:r>
          </a:p>
        </p:txBody>
      </p:sp>
    </p:spTree>
    <p:extLst>
      <p:ext uri="{BB962C8B-B14F-4D97-AF65-F5344CB8AC3E}">
        <p14:creationId xmlns:p14="http://schemas.microsoft.com/office/powerpoint/2010/main" val="283071981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TB Cover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8949B64-B2E9-4A80-9E72-D9E879CD19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D4C4724-4537-4229-A3DC-090CEE63C52E}"/>
              </a:ext>
            </a:extLst>
          </p:cNvPr>
          <p:cNvSpPr/>
          <p:nvPr userDrawn="1"/>
        </p:nvSpPr>
        <p:spPr>
          <a:xfrm>
            <a:off x="0" y="104"/>
            <a:ext cx="12192001" cy="6858000"/>
          </a:xfrm>
          <a:prstGeom prst="rect">
            <a:avLst/>
          </a:prstGeom>
          <a:gradFill>
            <a:gsLst>
              <a:gs pos="6000">
                <a:schemeClr val="accent1"/>
              </a:gs>
              <a:gs pos="35000">
                <a:schemeClr val="accent1">
                  <a:alpha val="70000"/>
                </a:schemeClr>
              </a:gs>
            </a:gsLst>
            <a:lin ang="2700000" scaled="0"/>
          </a:gra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TB Group Regular"/>
              <a:ea typeface="+mn-ea"/>
              <a:cs typeface="+mn-cs"/>
            </a:endParaRPr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id="{E1A8E388-54FA-4493-B6BE-5C47EBA736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66960" y="566895"/>
            <a:ext cx="1709103" cy="604845"/>
          </a:xfrm>
          <a:prstGeom prst="rect">
            <a:avLst/>
          </a:prstGeom>
        </p:spPr>
      </p:pic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8A302C78-3E8E-49E0-B7B9-3D0FD349C57C}"/>
              </a:ext>
            </a:extLst>
          </p:cNvPr>
          <p:cNvGrpSpPr/>
          <p:nvPr userDrawn="1"/>
        </p:nvGrpSpPr>
        <p:grpSpPr>
          <a:xfrm>
            <a:off x="1" y="4070466"/>
            <a:ext cx="5012555" cy="616766"/>
            <a:chOff x="1" y="4070466"/>
            <a:chExt cx="5012555" cy="616766"/>
          </a:xfrm>
        </p:grpSpPr>
        <p:sp>
          <p:nvSpPr>
            <p:cNvPr id="38" name="Полилиния: фигура 37">
              <a:extLst>
                <a:ext uri="{FF2B5EF4-FFF2-40B4-BE49-F238E27FC236}">
                  <a16:creationId xmlns:a16="http://schemas.microsoft.com/office/drawing/2014/main" id="{1F317EC9-ED39-4A0E-9DD6-F23895BDBC9C}"/>
                </a:ext>
              </a:extLst>
            </p:cNvPr>
            <p:cNvSpPr/>
            <p:nvPr/>
          </p:nvSpPr>
          <p:spPr>
            <a:xfrm>
              <a:off x="1" y="4070466"/>
              <a:ext cx="4953000" cy="616766"/>
            </a:xfrm>
            <a:custGeom>
              <a:avLst/>
              <a:gdLst>
                <a:gd name="connsiteX0" fmla="*/ 0 w 5401805"/>
                <a:gd name="connsiteY0" fmla="*/ 0 h 672653"/>
                <a:gd name="connsiteX1" fmla="*/ 5401805 w 5401805"/>
                <a:gd name="connsiteY1" fmla="*/ 0 h 672653"/>
                <a:gd name="connsiteX2" fmla="*/ 5180516 w 5401805"/>
                <a:gd name="connsiteY2" fmla="*/ 672653 h 672653"/>
                <a:gd name="connsiteX3" fmla="*/ 0 w 5401805"/>
                <a:gd name="connsiteY3" fmla="*/ 672653 h 672653"/>
                <a:gd name="connsiteX4" fmla="*/ 0 w 5401805"/>
                <a:gd name="connsiteY4" fmla="*/ 0 h 672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01805" h="672653">
                  <a:moveTo>
                    <a:pt x="0" y="0"/>
                  </a:moveTo>
                  <a:lnTo>
                    <a:pt x="5401805" y="0"/>
                  </a:lnTo>
                  <a:lnTo>
                    <a:pt x="5180516" y="672653"/>
                  </a:lnTo>
                  <a:lnTo>
                    <a:pt x="0" y="6726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ru-RU">
                <a:solidFill>
                  <a:schemeClr val="bg1"/>
                </a:solidFill>
                <a:latin typeface="VTB Group Regular"/>
              </a:endParaRPr>
            </a:p>
          </p:txBody>
        </p:sp>
        <p:sp>
          <p:nvSpPr>
            <p:cNvPr id="39" name="Полилиния: фигура 38">
              <a:extLst>
                <a:ext uri="{FF2B5EF4-FFF2-40B4-BE49-F238E27FC236}">
                  <a16:creationId xmlns:a16="http://schemas.microsoft.com/office/drawing/2014/main" id="{95F3354F-945D-472A-89F6-BE22D6562D98}"/>
                </a:ext>
              </a:extLst>
            </p:cNvPr>
            <p:cNvSpPr/>
            <p:nvPr/>
          </p:nvSpPr>
          <p:spPr>
            <a:xfrm>
              <a:off x="59556" y="4070466"/>
              <a:ext cx="4953000" cy="616766"/>
            </a:xfrm>
            <a:custGeom>
              <a:avLst/>
              <a:gdLst>
                <a:gd name="connsiteX0" fmla="*/ 0 w 5401805"/>
                <a:gd name="connsiteY0" fmla="*/ 0 h 672653"/>
                <a:gd name="connsiteX1" fmla="*/ 5401805 w 5401805"/>
                <a:gd name="connsiteY1" fmla="*/ 0 h 672653"/>
                <a:gd name="connsiteX2" fmla="*/ 5180516 w 5401805"/>
                <a:gd name="connsiteY2" fmla="*/ 672653 h 672653"/>
                <a:gd name="connsiteX3" fmla="*/ 0 w 5401805"/>
                <a:gd name="connsiteY3" fmla="*/ 672653 h 672653"/>
                <a:gd name="connsiteX4" fmla="*/ 0 w 5401805"/>
                <a:gd name="connsiteY4" fmla="*/ 0 h 672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01805" h="672653">
                  <a:moveTo>
                    <a:pt x="0" y="0"/>
                  </a:moveTo>
                  <a:lnTo>
                    <a:pt x="5401805" y="0"/>
                  </a:lnTo>
                  <a:lnTo>
                    <a:pt x="5180516" y="672653"/>
                  </a:lnTo>
                  <a:lnTo>
                    <a:pt x="0" y="6726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53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ru-RU">
                <a:solidFill>
                  <a:schemeClr val="bg1"/>
                </a:solidFill>
                <a:latin typeface="VTB Group Regular"/>
              </a:endParaRPr>
            </a:p>
          </p:txBody>
        </p:sp>
      </p:grp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29EBC509-C5EA-4246-A20E-A5115F9E825C}"/>
              </a:ext>
            </a:extLst>
          </p:cNvPr>
          <p:cNvGrpSpPr/>
          <p:nvPr userDrawn="1"/>
        </p:nvGrpSpPr>
        <p:grpSpPr>
          <a:xfrm>
            <a:off x="0" y="2170769"/>
            <a:ext cx="5656837" cy="1824862"/>
            <a:chOff x="0" y="2170769"/>
            <a:chExt cx="5656837" cy="1824862"/>
          </a:xfrm>
        </p:grpSpPr>
        <p:sp>
          <p:nvSpPr>
            <p:cNvPr id="41" name="Полилиния: фигура 23">
              <a:extLst>
                <a:ext uri="{FF2B5EF4-FFF2-40B4-BE49-F238E27FC236}">
                  <a16:creationId xmlns:a16="http://schemas.microsoft.com/office/drawing/2014/main" id="{C74B5704-1B45-421D-A270-FFE5914C2142}"/>
                </a:ext>
              </a:extLst>
            </p:cNvPr>
            <p:cNvSpPr/>
            <p:nvPr/>
          </p:nvSpPr>
          <p:spPr>
            <a:xfrm>
              <a:off x="0" y="2170769"/>
              <a:ext cx="5597282" cy="1824862"/>
            </a:xfrm>
            <a:custGeom>
              <a:avLst/>
              <a:gdLst>
                <a:gd name="connsiteX0" fmla="*/ 0 w 6975588"/>
                <a:gd name="connsiteY0" fmla="*/ 0 h 2122291"/>
                <a:gd name="connsiteX1" fmla="*/ 6975588 w 6975588"/>
                <a:gd name="connsiteY1" fmla="*/ 0 h 2122291"/>
                <a:gd name="connsiteX2" fmla="*/ 6204693 w 6975588"/>
                <a:gd name="connsiteY2" fmla="*/ 2120589 h 2122291"/>
                <a:gd name="connsiteX3" fmla="*/ 0 w 6975588"/>
                <a:gd name="connsiteY3" fmla="*/ 2122291 h 2122291"/>
                <a:gd name="connsiteX4" fmla="*/ 0 w 6975588"/>
                <a:gd name="connsiteY4" fmla="*/ 0 h 2122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75588" h="2122291">
                  <a:moveTo>
                    <a:pt x="0" y="0"/>
                  </a:moveTo>
                  <a:lnTo>
                    <a:pt x="6975588" y="0"/>
                  </a:lnTo>
                  <a:lnTo>
                    <a:pt x="6204693" y="2120589"/>
                  </a:lnTo>
                  <a:lnTo>
                    <a:pt x="0" y="21222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endParaRPr>
            </a:p>
          </p:txBody>
        </p:sp>
        <p:sp>
          <p:nvSpPr>
            <p:cNvPr id="42" name="Полилиния: фигура 41">
              <a:extLst>
                <a:ext uri="{FF2B5EF4-FFF2-40B4-BE49-F238E27FC236}">
                  <a16:creationId xmlns:a16="http://schemas.microsoft.com/office/drawing/2014/main" id="{FC8E418A-A432-4C1A-9ECE-17D0542246CE}"/>
                </a:ext>
              </a:extLst>
            </p:cNvPr>
            <p:cNvSpPr/>
            <p:nvPr/>
          </p:nvSpPr>
          <p:spPr>
            <a:xfrm>
              <a:off x="59555" y="2170769"/>
              <a:ext cx="5597282" cy="1824862"/>
            </a:xfrm>
            <a:custGeom>
              <a:avLst/>
              <a:gdLst>
                <a:gd name="connsiteX0" fmla="*/ 0 w 6975588"/>
                <a:gd name="connsiteY0" fmla="*/ 0 h 2122291"/>
                <a:gd name="connsiteX1" fmla="*/ 6975588 w 6975588"/>
                <a:gd name="connsiteY1" fmla="*/ 0 h 2122291"/>
                <a:gd name="connsiteX2" fmla="*/ 6204693 w 6975588"/>
                <a:gd name="connsiteY2" fmla="*/ 2120589 h 2122291"/>
                <a:gd name="connsiteX3" fmla="*/ 0 w 6975588"/>
                <a:gd name="connsiteY3" fmla="*/ 2122291 h 2122291"/>
                <a:gd name="connsiteX4" fmla="*/ 0 w 6975588"/>
                <a:gd name="connsiteY4" fmla="*/ 0 h 2122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75588" h="2122291">
                  <a:moveTo>
                    <a:pt x="0" y="0"/>
                  </a:moveTo>
                  <a:lnTo>
                    <a:pt x="6975588" y="0"/>
                  </a:lnTo>
                  <a:lnTo>
                    <a:pt x="6204693" y="2120589"/>
                  </a:lnTo>
                  <a:lnTo>
                    <a:pt x="0" y="21222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alpha val="54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endParaRPr>
            </a:p>
          </p:txBody>
        </p:sp>
      </p:grpSp>
      <p:sp>
        <p:nvSpPr>
          <p:cNvPr id="13" name="Заголовок 6">
            <a:extLst>
              <a:ext uri="{FF2B5EF4-FFF2-40B4-BE49-F238E27FC236}">
                <a16:creationId xmlns:a16="http://schemas.microsoft.com/office/drawing/2014/main" id="{E8754F37-0271-4261-947E-6DB50FBEA3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2335303"/>
            <a:ext cx="4392329" cy="14957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ru-RU" sz="36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Заголовок</a:t>
            </a:r>
            <a:b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титульного слайда</a:t>
            </a:r>
            <a:br>
              <a:rPr kumimoji="0" lang="en-US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Light" panose="020B0403040504020204" pitchFamily="34" charset="0"/>
              </a:rPr>
              <a:t>до трех строк</a:t>
            </a:r>
          </a:p>
        </p:txBody>
      </p:sp>
      <p:sp>
        <p:nvSpPr>
          <p:cNvPr id="15" name="Текст 5">
            <a:extLst>
              <a:ext uri="{FF2B5EF4-FFF2-40B4-BE49-F238E27FC236}">
                <a16:creationId xmlns:a16="http://schemas.microsoft.com/office/drawing/2014/main" id="{41A9F6D3-0B2C-4F23-86BE-7912D048DFC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9" y="4184950"/>
            <a:ext cx="3813544" cy="3877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00AAFF"/>
              </a:buClr>
              <a:buSzTx/>
              <a:buFont typeface="Arial" panose="020B0604020202020204" pitchFamily="34" charset="0"/>
              <a:buNone/>
              <a:tabLst/>
              <a:defRPr lang="ru-RU" sz="1400" dirty="0" smtClean="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00AAFF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Подзаголовок до двух строк</a:t>
            </a:r>
            <a:br>
              <a:rPr lang="ru-RU" dirty="0"/>
            </a:br>
            <a:r>
              <a:rPr lang="ru-RU" dirty="0"/>
              <a:t>Подзаголовок до двух строк</a:t>
            </a:r>
          </a:p>
        </p:txBody>
      </p:sp>
    </p:spTree>
    <p:extLst>
      <p:ext uri="{BB962C8B-B14F-4D97-AF65-F5344CB8AC3E}">
        <p14:creationId xmlns:p14="http://schemas.microsoft.com/office/powerpoint/2010/main" val="55197763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TB Cover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D86B1A9-0596-4320-8851-05F5677FD4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209847" cy="6858001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9E1F499-2EAB-4A78-82FB-6C285F85DDF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9000">
                <a:schemeClr val="accent1"/>
              </a:gs>
              <a:gs pos="40000">
                <a:srgbClr val="002284">
                  <a:alpha val="84000"/>
                </a:srgbClr>
              </a:gs>
              <a:gs pos="77000">
                <a:schemeClr val="accent1">
                  <a:alpha val="16000"/>
                </a:schemeClr>
              </a:gs>
            </a:gsLst>
            <a:lin ang="0" scaled="0"/>
          </a:gra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rPr>
              <a:t> 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B905B64-D209-4B47-A90B-FA3B347D08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86000"/>
                </a:schemeClr>
              </a:gs>
              <a:gs pos="40000">
                <a:schemeClr val="accent1">
                  <a:alpha val="16000"/>
                </a:schemeClr>
              </a:gs>
            </a:gsLst>
            <a:lin ang="7200000" scaled="0"/>
          </a:gra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rPr>
              <a:t> </a:t>
            </a:r>
          </a:p>
        </p:txBody>
      </p:sp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4410D713-DB2C-47AC-909A-FE41221C23A4}"/>
              </a:ext>
            </a:extLst>
          </p:cNvPr>
          <p:cNvGrpSpPr/>
          <p:nvPr userDrawn="1"/>
        </p:nvGrpSpPr>
        <p:grpSpPr>
          <a:xfrm>
            <a:off x="1" y="4070466"/>
            <a:ext cx="5012555" cy="616766"/>
            <a:chOff x="1" y="4070466"/>
            <a:chExt cx="5012555" cy="616766"/>
          </a:xfrm>
        </p:grpSpPr>
        <p:sp>
          <p:nvSpPr>
            <p:cNvPr id="31" name="Полилиния: фигура 30">
              <a:extLst>
                <a:ext uri="{FF2B5EF4-FFF2-40B4-BE49-F238E27FC236}">
                  <a16:creationId xmlns:a16="http://schemas.microsoft.com/office/drawing/2014/main" id="{E7572716-33C7-4D4C-9484-B07D02A086D1}"/>
                </a:ext>
              </a:extLst>
            </p:cNvPr>
            <p:cNvSpPr/>
            <p:nvPr/>
          </p:nvSpPr>
          <p:spPr>
            <a:xfrm>
              <a:off x="1" y="4070466"/>
              <a:ext cx="4953000" cy="616766"/>
            </a:xfrm>
            <a:custGeom>
              <a:avLst/>
              <a:gdLst>
                <a:gd name="connsiteX0" fmla="*/ 0 w 5401805"/>
                <a:gd name="connsiteY0" fmla="*/ 0 h 672653"/>
                <a:gd name="connsiteX1" fmla="*/ 5401805 w 5401805"/>
                <a:gd name="connsiteY1" fmla="*/ 0 h 672653"/>
                <a:gd name="connsiteX2" fmla="*/ 5180516 w 5401805"/>
                <a:gd name="connsiteY2" fmla="*/ 672653 h 672653"/>
                <a:gd name="connsiteX3" fmla="*/ 0 w 5401805"/>
                <a:gd name="connsiteY3" fmla="*/ 672653 h 672653"/>
                <a:gd name="connsiteX4" fmla="*/ 0 w 5401805"/>
                <a:gd name="connsiteY4" fmla="*/ 0 h 672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01805" h="672653">
                  <a:moveTo>
                    <a:pt x="0" y="0"/>
                  </a:moveTo>
                  <a:lnTo>
                    <a:pt x="5401805" y="0"/>
                  </a:lnTo>
                  <a:lnTo>
                    <a:pt x="5180516" y="672653"/>
                  </a:lnTo>
                  <a:lnTo>
                    <a:pt x="0" y="6726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ru-RU">
                <a:solidFill>
                  <a:schemeClr val="bg1"/>
                </a:solidFill>
                <a:latin typeface="VTB Group Regular"/>
              </a:endParaRPr>
            </a:p>
          </p:txBody>
        </p:sp>
        <p:sp>
          <p:nvSpPr>
            <p:cNvPr id="32" name="Полилиния: фигура 31">
              <a:extLst>
                <a:ext uri="{FF2B5EF4-FFF2-40B4-BE49-F238E27FC236}">
                  <a16:creationId xmlns:a16="http://schemas.microsoft.com/office/drawing/2014/main" id="{554F7D83-8537-4196-9AEF-F58983141F44}"/>
                </a:ext>
              </a:extLst>
            </p:cNvPr>
            <p:cNvSpPr/>
            <p:nvPr/>
          </p:nvSpPr>
          <p:spPr>
            <a:xfrm>
              <a:off x="59556" y="4070466"/>
              <a:ext cx="4953000" cy="616766"/>
            </a:xfrm>
            <a:custGeom>
              <a:avLst/>
              <a:gdLst>
                <a:gd name="connsiteX0" fmla="*/ 0 w 5401805"/>
                <a:gd name="connsiteY0" fmla="*/ 0 h 672653"/>
                <a:gd name="connsiteX1" fmla="*/ 5401805 w 5401805"/>
                <a:gd name="connsiteY1" fmla="*/ 0 h 672653"/>
                <a:gd name="connsiteX2" fmla="*/ 5180516 w 5401805"/>
                <a:gd name="connsiteY2" fmla="*/ 672653 h 672653"/>
                <a:gd name="connsiteX3" fmla="*/ 0 w 5401805"/>
                <a:gd name="connsiteY3" fmla="*/ 672653 h 672653"/>
                <a:gd name="connsiteX4" fmla="*/ 0 w 5401805"/>
                <a:gd name="connsiteY4" fmla="*/ 0 h 672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01805" h="672653">
                  <a:moveTo>
                    <a:pt x="0" y="0"/>
                  </a:moveTo>
                  <a:lnTo>
                    <a:pt x="5401805" y="0"/>
                  </a:lnTo>
                  <a:lnTo>
                    <a:pt x="5180516" y="672653"/>
                  </a:lnTo>
                  <a:lnTo>
                    <a:pt x="0" y="6726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53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ru-RU">
                <a:solidFill>
                  <a:schemeClr val="bg1"/>
                </a:solidFill>
                <a:latin typeface="VTB Group Regular"/>
              </a:endParaRPr>
            </a:p>
          </p:txBody>
        </p:sp>
      </p:grpSp>
      <p:grpSp>
        <p:nvGrpSpPr>
          <p:cNvPr id="33" name="Группа 32">
            <a:extLst>
              <a:ext uri="{FF2B5EF4-FFF2-40B4-BE49-F238E27FC236}">
                <a16:creationId xmlns:a16="http://schemas.microsoft.com/office/drawing/2014/main" id="{4588D660-91C4-4114-914A-171CED98D138}"/>
              </a:ext>
            </a:extLst>
          </p:cNvPr>
          <p:cNvGrpSpPr/>
          <p:nvPr userDrawn="1"/>
        </p:nvGrpSpPr>
        <p:grpSpPr>
          <a:xfrm>
            <a:off x="0" y="2170769"/>
            <a:ext cx="5656837" cy="1824862"/>
            <a:chOff x="0" y="2170769"/>
            <a:chExt cx="5656837" cy="1824862"/>
          </a:xfrm>
        </p:grpSpPr>
        <p:sp>
          <p:nvSpPr>
            <p:cNvPr id="34" name="Полилиния: фигура 23">
              <a:extLst>
                <a:ext uri="{FF2B5EF4-FFF2-40B4-BE49-F238E27FC236}">
                  <a16:creationId xmlns:a16="http://schemas.microsoft.com/office/drawing/2014/main" id="{9D18E131-0D80-45D7-984C-4964AF60BAAA}"/>
                </a:ext>
              </a:extLst>
            </p:cNvPr>
            <p:cNvSpPr/>
            <p:nvPr/>
          </p:nvSpPr>
          <p:spPr>
            <a:xfrm>
              <a:off x="0" y="2170769"/>
              <a:ext cx="5597282" cy="1824862"/>
            </a:xfrm>
            <a:custGeom>
              <a:avLst/>
              <a:gdLst>
                <a:gd name="connsiteX0" fmla="*/ 0 w 6975588"/>
                <a:gd name="connsiteY0" fmla="*/ 0 h 2122291"/>
                <a:gd name="connsiteX1" fmla="*/ 6975588 w 6975588"/>
                <a:gd name="connsiteY1" fmla="*/ 0 h 2122291"/>
                <a:gd name="connsiteX2" fmla="*/ 6204693 w 6975588"/>
                <a:gd name="connsiteY2" fmla="*/ 2120589 h 2122291"/>
                <a:gd name="connsiteX3" fmla="*/ 0 w 6975588"/>
                <a:gd name="connsiteY3" fmla="*/ 2122291 h 2122291"/>
                <a:gd name="connsiteX4" fmla="*/ 0 w 6975588"/>
                <a:gd name="connsiteY4" fmla="*/ 0 h 2122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75588" h="2122291">
                  <a:moveTo>
                    <a:pt x="0" y="0"/>
                  </a:moveTo>
                  <a:lnTo>
                    <a:pt x="6975588" y="0"/>
                  </a:lnTo>
                  <a:lnTo>
                    <a:pt x="6204693" y="2120589"/>
                  </a:lnTo>
                  <a:lnTo>
                    <a:pt x="0" y="21222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endParaRPr>
            </a:p>
          </p:txBody>
        </p:sp>
        <p:sp>
          <p:nvSpPr>
            <p:cNvPr id="35" name="Полилиния: фигура 34">
              <a:extLst>
                <a:ext uri="{FF2B5EF4-FFF2-40B4-BE49-F238E27FC236}">
                  <a16:creationId xmlns:a16="http://schemas.microsoft.com/office/drawing/2014/main" id="{C7FAF474-B90E-422C-A956-6F5D07CD7782}"/>
                </a:ext>
              </a:extLst>
            </p:cNvPr>
            <p:cNvSpPr/>
            <p:nvPr/>
          </p:nvSpPr>
          <p:spPr>
            <a:xfrm>
              <a:off x="59555" y="2170769"/>
              <a:ext cx="5597282" cy="1824862"/>
            </a:xfrm>
            <a:custGeom>
              <a:avLst/>
              <a:gdLst>
                <a:gd name="connsiteX0" fmla="*/ 0 w 6975588"/>
                <a:gd name="connsiteY0" fmla="*/ 0 h 2122291"/>
                <a:gd name="connsiteX1" fmla="*/ 6975588 w 6975588"/>
                <a:gd name="connsiteY1" fmla="*/ 0 h 2122291"/>
                <a:gd name="connsiteX2" fmla="*/ 6204693 w 6975588"/>
                <a:gd name="connsiteY2" fmla="*/ 2120589 h 2122291"/>
                <a:gd name="connsiteX3" fmla="*/ 0 w 6975588"/>
                <a:gd name="connsiteY3" fmla="*/ 2122291 h 2122291"/>
                <a:gd name="connsiteX4" fmla="*/ 0 w 6975588"/>
                <a:gd name="connsiteY4" fmla="*/ 0 h 2122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75588" h="2122291">
                  <a:moveTo>
                    <a:pt x="0" y="0"/>
                  </a:moveTo>
                  <a:lnTo>
                    <a:pt x="6975588" y="0"/>
                  </a:lnTo>
                  <a:lnTo>
                    <a:pt x="6204693" y="2120589"/>
                  </a:lnTo>
                  <a:lnTo>
                    <a:pt x="0" y="21222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alpha val="54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endParaRPr>
            </a:p>
          </p:txBody>
        </p:sp>
      </p:grpSp>
      <p:sp>
        <p:nvSpPr>
          <p:cNvPr id="36" name="Заголовок 6">
            <a:extLst>
              <a:ext uri="{FF2B5EF4-FFF2-40B4-BE49-F238E27FC236}">
                <a16:creationId xmlns:a16="http://schemas.microsoft.com/office/drawing/2014/main" id="{06926F67-2078-4D79-B250-B5B1A5764D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2335303"/>
            <a:ext cx="4392329" cy="14957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ru-RU" sz="36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Заголовок</a:t>
            </a:r>
            <a:b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титульного слайда</a:t>
            </a:r>
            <a:br>
              <a:rPr kumimoji="0" lang="en-US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Light" panose="020B0403040504020204" pitchFamily="34" charset="0"/>
              </a:rPr>
              <a:t>до трех строк</a:t>
            </a:r>
          </a:p>
        </p:txBody>
      </p:sp>
      <p:sp>
        <p:nvSpPr>
          <p:cNvPr id="14" name="Текст 5">
            <a:extLst>
              <a:ext uri="{FF2B5EF4-FFF2-40B4-BE49-F238E27FC236}">
                <a16:creationId xmlns:a16="http://schemas.microsoft.com/office/drawing/2014/main" id="{A32A49FA-E795-418D-9CDB-33B2D38B9A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9" y="4184950"/>
            <a:ext cx="3813544" cy="3877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00AAFF"/>
              </a:buClr>
              <a:buSzTx/>
              <a:buFont typeface="Arial" panose="020B0604020202020204" pitchFamily="34" charset="0"/>
              <a:buNone/>
              <a:tabLst/>
              <a:defRPr lang="ru-RU" sz="1400" dirty="0" smtClean="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00AAFF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Подзаголовок до двух строк</a:t>
            </a:r>
            <a:br>
              <a:rPr lang="ru-RU" dirty="0"/>
            </a:br>
            <a:r>
              <a:rPr lang="ru-RU" dirty="0"/>
              <a:t>Подзаголовок до двух строк</a:t>
            </a:r>
          </a:p>
        </p:txBody>
      </p:sp>
      <p:pic>
        <p:nvPicPr>
          <p:cNvPr id="15" name="Picture 6">
            <a:extLst>
              <a:ext uri="{FF2B5EF4-FFF2-40B4-BE49-F238E27FC236}">
                <a16:creationId xmlns:a16="http://schemas.microsoft.com/office/drawing/2014/main" id="{C492D19C-7ABD-4B45-B24D-5F834D9B3A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0669" y="566896"/>
            <a:ext cx="1676096" cy="593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3679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TB Cover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объект, сидит, часы, стол&#10;&#10;Автоматически созданное описание">
            <a:extLst>
              <a:ext uri="{FF2B5EF4-FFF2-40B4-BE49-F238E27FC236}">
                <a16:creationId xmlns:a16="http://schemas.microsoft.com/office/drawing/2014/main" id="{EE6A7DFF-D05F-430E-B366-8459DF0BA6E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17843" y="0"/>
            <a:ext cx="10274157" cy="6858000"/>
          </a:xfrm>
          <a:prstGeom prst="rect">
            <a:avLst/>
          </a:prstGeom>
        </p:spPr>
      </p:pic>
      <p:sp>
        <p:nvSpPr>
          <p:cNvPr id="7" name="Полилиния 5">
            <a:extLst>
              <a:ext uri="{FF2B5EF4-FFF2-40B4-BE49-F238E27FC236}">
                <a16:creationId xmlns:a16="http://schemas.microsoft.com/office/drawing/2014/main" id="{8617ABEA-6DE6-4B2A-B4AF-41A24F46C6B4}"/>
              </a:ext>
            </a:extLst>
          </p:cNvPr>
          <p:cNvSpPr/>
          <p:nvPr/>
        </p:nvSpPr>
        <p:spPr>
          <a:xfrm>
            <a:off x="-2" y="-11749"/>
            <a:ext cx="7416801" cy="6880722"/>
          </a:xfrm>
          <a:custGeom>
            <a:avLst/>
            <a:gdLst>
              <a:gd name="connsiteX0" fmla="*/ 381 w 8891522"/>
              <a:gd name="connsiteY0" fmla="*/ 0 h 6858000"/>
              <a:gd name="connsiteX1" fmla="*/ 8891522 w 8891522"/>
              <a:gd name="connsiteY1" fmla="*/ 1 h 6858000"/>
              <a:gd name="connsiteX2" fmla="*/ 6385010 w 8891522"/>
              <a:gd name="connsiteY2" fmla="*/ 6858000 h 6858000"/>
              <a:gd name="connsiteX3" fmla="*/ 0 w 8891522"/>
              <a:gd name="connsiteY3" fmla="*/ 6858000 h 6858000"/>
              <a:gd name="connsiteX0" fmla="*/ 381 w 9612610"/>
              <a:gd name="connsiteY0" fmla="*/ 0 h 6858000"/>
              <a:gd name="connsiteX1" fmla="*/ 9612610 w 9612610"/>
              <a:gd name="connsiteY1" fmla="*/ 12701 h 6858000"/>
              <a:gd name="connsiteX2" fmla="*/ 6385010 w 9612610"/>
              <a:gd name="connsiteY2" fmla="*/ 6858000 h 6858000"/>
              <a:gd name="connsiteX3" fmla="*/ 0 w 9612610"/>
              <a:gd name="connsiteY3" fmla="*/ 6858000 h 6858000"/>
              <a:gd name="connsiteX4" fmla="*/ 381 w 9612610"/>
              <a:gd name="connsiteY4" fmla="*/ 0 h 6858000"/>
              <a:gd name="connsiteX0" fmla="*/ 381 w 9612610"/>
              <a:gd name="connsiteY0" fmla="*/ 11749 h 6869749"/>
              <a:gd name="connsiteX1" fmla="*/ 9612610 w 9612610"/>
              <a:gd name="connsiteY1" fmla="*/ 0 h 6869749"/>
              <a:gd name="connsiteX2" fmla="*/ 6385010 w 9612610"/>
              <a:gd name="connsiteY2" fmla="*/ 6869749 h 6869749"/>
              <a:gd name="connsiteX3" fmla="*/ 0 w 9612610"/>
              <a:gd name="connsiteY3" fmla="*/ 6869749 h 6869749"/>
              <a:gd name="connsiteX4" fmla="*/ 381 w 9612610"/>
              <a:gd name="connsiteY4" fmla="*/ 11749 h 6869749"/>
              <a:gd name="connsiteX0" fmla="*/ 381 w 9612610"/>
              <a:gd name="connsiteY0" fmla="*/ 11749 h 6880722"/>
              <a:gd name="connsiteX1" fmla="*/ 9612610 w 9612610"/>
              <a:gd name="connsiteY1" fmla="*/ 0 h 6880722"/>
              <a:gd name="connsiteX2" fmla="*/ 6380269 w 9612610"/>
              <a:gd name="connsiteY2" fmla="*/ 6880722 h 6880722"/>
              <a:gd name="connsiteX3" fmla="*/ 0 w 9612610"/>
              <a:gd name="connsiteY3" fmla="*/ 6869749 h 6880722"/>
              <a:gd name="connsiteX4" fmla="*/ 381 w 9612610"/>
              <a:gd name="connsiteY4" fmla="*/ 11749 h 688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12610" h="6880722">
                <a:moveTo>
                  <a:pt x="381" y="11749"/>
                </a:moveTo>
                <a:lnTo>
                  <a:pt x="9612610" y="0"/>
                </a:lnTo>
                <a:lnTo>
                  <a:pt x="6380269" y="6880722"/>
                </a:lnTo>
                <a:lnTo>
                  <a:pt x="0" y="6869749"/>
                </a:lnTo>
                <a:lnTo>
                  <a:pt x="381" y="117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304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TB Group Regular"/>
              <a:ea typeface="+mn-ea"/>
              <a:cs typeface="+mn-cs"/>
            </a:endParaRP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EC28FC27-073A-4DC4-A2E3-A5646942FE42}"/>
              </a:ext>
            </a:extLst>
          </p:cNvPr>
          <p:cNvCxnSpPr>
            <a:cxnSpLocks/>
          </p:cNvCxnSpPr>
          <p:nvPr/>
        </p:nvCxnSpPr>
        <p:spPr>
          <a:xfrm flipV="1">
            <a:off x="4928144" y="-4890"/>
            <a:ext cx="2495050" cy="6862891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6">
            <a:extLst>
              <a:ext uri="{FF2B5EF4-FFF2-40B4-BE49-F238E27FC236}">
                <a16:creationId xmlns:a16="http://schemas.microsoft.com/office/drawing/2014/main" id="{0C2DEFB2-1C6F-4D4F-95B8-BEE31C96780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767" y="566894"/>
            <a:ext cx="1709103" cy="604845"/>
          </a:xfrm>
          <a:prstGeom prst="rect">
            <a:avLst/>
          </a:prstGeom>
        </p:spPr>
      </p:pic>
      <p:sp>
        <p:nvSpPr>
          <p:cNvPr id="10" name="Текст 9">
            <a:extLst>
              <a:ext uri="{FF2B5EF4-FFF2-40B4-BE49-F238E27FC236}">
                <a16:creationId xmlns:a16="http://schemas.microsoft.com/office/drawing/2014/main" id="{601C8715-C336-461E-9571-479800F2CD87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515938" y="4256362"/>
            <a:ext cx="4979515" cy="55399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accent4"/>
                </a:solidFill>
                <a:latin typeface="VTB Group Book" panose="020B0503040504020204" pitchFamily="34" charset="-52"/>
              </a:defRPr>
            </a:lvl1pPr>
            <a:lvl2pPr marL="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2pPr>
            <a:lvl3pPr marL="91440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3pPr>
            <a:lvl4pPr marL="137160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4pPr>
            <a:lvl5pPr marL="182880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Подзаголовок до двух строк</a:t>
            </a:r>
            <a:br>
              <a:rPr lang="ru-RU" dirty="0"/>
            </a:br>
            <a:r>
              <a:rPr lang="ru-RU" dirty="0"/>
              <a:t>Подзаголовок до двух строк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215035C-8CCA-4D7A-AF76-11202AF9A839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15938" y="2332555"/>
            <a:ext cx="4979515" cy="166199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ru-RU" sz="40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Заголовок</a:t>
            </a:r>
            <a:br>
              <a:rPr kumimoji="0" lang="ru-RU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титульного слайда</a:t>
            </a:r>
            <a:br>
              <a:rPr kumimoji="0" lang="en-US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Light" panose="020B0403040504020204" pitchFamily="34" charset="0"/>
              </a:rPr>
              <a:t>до трех строк</a:t>
            </a:r>
          </a:p>
        </p:txBody>
      </p:sp>
    </p:spTree>
    <p:extLst>
      <p:ext uri="{BB962C8B-B14F-4D97-AF65-F5344CB8AC3E}">
        <p14:creationId xmlns:p14="http://schemas.microsoft.com/office/powerpoint/2010/main" val="106165981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TB Cover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C774FDFD-4BCB-4478-83C3-F127E31D349C}"/>
              </a:ext>
            </a:extLst>
          </p:cNvPr>
          <p:cNvGrpSpPr/>
          <p:nvPr userDrawn="1"/>
        </p:nvGrpSpPr>
        <p:grpSpPr>
          <a:xfrm>
            <a:off x="3469" y="-20497"/>
            <a:ext cx="12188531" cy="6878497"/>
            <a:chOff x="-834731" y="-20497"/>
            <a:chExt cx="12188531" cy="6878497"/>
          </a:xfrm>
        </p:grpSpPr>
        <p:pic>
          <p:nvPicPr>
            <p:cNvPr id="11" name="Рисунок 10" descr="Изображение выглядит как стол&#10;&#10;Автоматически созданное описание">
              <a:extLst>
                <a:ext uri="{FF2B5EF4-FFF2-40B4-BE49-F238E27FC236}">
                  <a16:creationId xmlns:a16="http://schemas.microsoft.com/office/drawing/2014/main" id="{195A18A8-60CB-4912-837D-0A802EC88AC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927519" y="0"/>
              <a:ext cx="9426281" cy="6858000"/>
            </a:xfrm>
            <a:prstGeom prst="rect">
              <a:avLst/>
            </a:prstGeom>
          </p:spPr>
        </p:pic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6ECD24DB-0B1D-495F-8881-A6097D7DFECD}"/>
                </a:ext>
              </a:extLst>
            </p:cNvPr>
            <p:cNvSpPr/>
            <p:nvPr userDrawn="1"/>
          </p:nvSpPr>
          <p:spPr>
            <a:xfrm>
              <a:off x="-834731" y="-4762"/>
              <a:ext cx="12188531" cy="6858000"/>
            </a:xfrm>
            <a:prstGeom prst="rect">
              <a:avLst/>
            </a:prstGeom>
            <a:gradFill>
              <a:gsLst>
                <a:gs pos="19000">
                  <a:schemeClr val="accent1"/>
                </a:gs>
                <a:gs pos="40000">
                  <a:srgbClr val="002284">
                    <a:alpha val="84000"/>
                  </a:srgbClr>
                </a:gs>
                <a:gs pos="77000">
                  <a:schemeClr val="accent1">
                    <a:alpha val="16000"/>
                  </a:schemeClr>
                </a:gs>
              </a:gsLst>
              <a:lin ang="0" scaled="0"/>
            </a:gra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TB Group Regular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7724333B-1483-4400-A4D8-4D4E8790654B}"/>
                </a:ext>
              </a:extLst>
            </p:cNvPr>
            <p:cNvSpPr/>
            <p:nvPr userDrawn="1"/>
          </p:nvSpPr>
          <p:spPr>
            <a:xfrm>
              <a:off x="-831261" y="-20497"/>
              <a:ext cx="12185061" cy="6858000"/>
            </a:xfrm>
            <a:prstGeom prst="rect">
              <a:avLst/>
            </a:prstGeom>
            <a:gradFill>
              <a:gsLst>
                <a:gs pos="0">
                  <a:schemeClr val="accent1">
                    <a:alpha val="86000"/>
                  </a:schemeClr>
                </a:gs>
                <a:gs pos="40000">
                  <a:schemeClr val="accent1">
                    <a:alpha val="16000"/>
                  </a:schemeClr>
                </a:gs>
              </a:gsLst>
              <a:lin ang="7200000" scaled="0"/>
            </a:gra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TB Group Regular"/>
                  <a:ea typeface="+mn-ea"/>
                  <a:cs typeface="+mn-cs"/>
                </a:rPr>
                <a:t> </a:t>
              </a:r>
            </a:p>
          </p:txBody>
        </p:sp>
      </p:grpSp>
      <p:sp>
        <p:nvSpPr>
          <p:cNvPr id="7" name="Полилиния 5">
            <a:extLst>
              <a:ext uri="{FF2B5EF4-FFF2-40B4-BE49-F238E27FC236}">
                <a16:creationId xmlns:a16="http://schemas.microsoft.com/office/drawing/2014/main" id="{8617ABEA-6DE6-4B2A-B4AF-41A24F46C6B4}"/>
              </a:ext>
            </a:extLst>
          </p:cNvPr>
          <p:cNvSpPr/>
          <p:nvPr/>
        </p:nvSpPr>
        <p:spPr>
          <a:xfrm>
            <a:off x="-2" y="-11749"/>
            <a:ext cx="7416801" cy="6880722"/>
          </a:xfrm>
          <a:custGeom>
            <a:avLst/>
            <a:gdLst>
              <a:gd name="connsiteX0" fmla="*/ 381 w 8891522"/>
              <a:gd name="connsiteY0" fmla="*/ 0 h 6858000"/>
              <a:gd name="connsiteX1" fmla="*/ 8891522 w 8891522"/>
              <a:gd name="connsiteY1" fmla="*/ 1 h 6858000"/>
              <a:gd name="connsiteX2" fmla="*/ 6385010 w 8891522"/>
              <a:gd name="connsiteY2" fmla="*/ 6858000 h 6858000"/>
              <a:gd name="connsiteX3" fmla="*/ 0 w 8891522"/>
              <a:gd name="connsiteY3" fmla="*/ 6858000 h 6858000"/>
              <a:gd name="connsiteX0" fmla="*/ 381 w 9612610"/>
              <a:gd name="connsiteY0" fmla="*/ 0 h 6858000"/>
              <a:gd name="connsiteX1" fmla="*/ 9612610 w 9612610"/>
              <a:gd name="connsiteY1" fmla="*/ 12701 h 6858000"/>
              <a:gd name="connsiteX2" fmla="*/ 6385010 w 9612610"/>
              <a:gd name="connsiteY2" fmla="*/ 6858000 h 6858000"/>
              <a:gd name="connsiteX3" fmla="*/ 0 w 9612610"/>
              <a:gd name="connsiteY3" fmla="*/ 6858000 h 6858000"/>
              <a:gd name="connsiteX4" fmla="*/ 381 w 9612610"/>
              <a:gd name="connsiteY4" fmla="*/ 0 h 6858000"/>
              <a:gd name="connsiteX0" fmla="*/ 381 w 9612610"/>
              <a:gd name="connsiteY0" fmla="*/ 11749 h 6869749"/>
              <a:gd name="connsiteX1" fmla="*/ 9612610 w 9612610"/>
              <a:gd name="connsiteY1" fmla="*/ 0 h 6869749"/>
              <a:gd name="connsiteX2" fmla="*/ 6385010 w 9612610"/>
              <a:gd name="connsiteY2" fmla="*/ 6869749 h 6869749"/>
              <a:gd name="connsiteX3" fmla="*/ 0 w 9612610"/>
              <a:gd name="connsiteY3" fmla="*/ 6869749 h 6869749"/>
              <a:gd name="connsiteX4" fmla="*/ 381 w 9612610"/>
              <a:gd name="connsiteY4" fmla="*/ 11749 h 6869749"/>
              <a:gd name="connsiteX0" fmla="*/ 381 w 9612610"/>
              <a:gd name="connsiteY0" fmla="*/ 11749 h 6880722"/>
              <a:gd name="connsiteX1" fmla="*/ 9612610 w 9612610"/>
              <a:gd name="connsiteY1" fmla="*/ 0 h 6880722"/>
              <a:gd name="connsiteX2" fmla="*/ 6380269 w 9612610"/>
              <a:gd name="connsiteY2" fmla="*/ 6880722 h 6880722"/>
              <a:gd name="connsiteX3" fmla="*/ 0 w 9612610"/>
              <a:gd name="connsiteY3" fmla="*/ 6869749 h 6880722"/>
              <a:gd name="connsiteX4" fmla="*/ 381 w 9612610"/>
              <a:gd name="connsiteY4" fmla="*/ 11749 h 688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12610" h="6880722">
                <a:moveTo>
                  <a:pt x="381" y="11749"/>
                </a:moveTo>
                <a:lnTo>
                  <a:pt x="9612610" y="0"/>
                </a:lnTo>
                <a:lnTo>
                  <a:pt x="6380269" y="6880722"/>
                </a:lnTo>
                <a:lnTo>
                  <a:pt x="0" y="6869749"/>
                </a:lnTo>
                <a:lnTo>
                  <a:pt x="381" y="117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304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TB Group Regular"/>
              <a:ea typeface="+mn-ea"/>
              <a:cs typeface="+mn-cs"/>
            </a:endParaRP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EC28FC27-073A-4DC4-A2E3-A5646942FE42}"/>
              </a:ext>
            </a:extLst>
          </p:cNvPr>
          <p:cNvCxnSpPr>
            <a:cxnSpLocks/>
          </p:cNvCxnSpPr>
          <p:nvPr/>
        </p:nvCxnSpPr>
        <p:spPr>
          <a:xfrm flipV="1">
            <a:off x="4928144" y="-4890"/>
            <a:ext cx="2495050" cy="6862891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Текст 9">
            <a:extLst>
              <a:ext uri="{FF2B5EF4-FFF2-40B4-BE49-F238E27FC236}">
                <a16:creationId xmlns:a16="http://schemas.microsoft.com/office/drawing/2014/main" id="{821E9985-8A48-49B8-9E33-AB25F84A0570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515938" y="4256362"/>
            <a:ext cx="4979515" cy="55399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accent4"/>
                </a:solidFill>
                <a:latin typeface="VTB Group Book" panose="020B0503040504020204" pitchFamily="34" charset="-52"/>
              </a:defRPr>
            </a:lvl1pPr>
            <a:lvl2pPr marL="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2pPr>
            <a:lvl3pPr marL="91440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3pPr>
            <a:lvl4pPr marL="137160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4pPr>
            <a:lvl5pPr marL="182880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Подзаголовок до двух строк</a:t>
            </a:r>
            <a:br>
              <a:rPr lang="ru-RU" dirty="0"/>
            </a:br>
            <a:r>
              <a:rPr lang="ru-RU" dirty="0"/>
              <a:t>Подзаголовок до двух строк</a:t>
            </a:r>
          </a:p>
        </p:txBody>
      </p:sp>
      <p:sp>
        <p:nvSpPr>
          <p:cNvPr id="17" name="Заголовок 3">
            <a:extLst>
              <a:ext uri="{FF2B5EF4-FFF2-40B4-BE49-F238E27FC236}">
                <a16:creationId xmlns:a16="http://schemas.microsoft.com/office/drawing/2014/main" id="{24CD709D-700B-4FCB-98D3-FB08B5A0D985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15938" y="2332555"/>
            <a:ext cx="4979515" cy="166199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ru-RU" sz="40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Заголовок</a:t>
            </a:r>
            <a:br>
              <a:rPr kumimoji="0" lang="ru-RU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титульного слайда</a:t>
            </a:r>
            <a:br>
              <a:rPr kumimoji="0" lang="en-US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Light" panose="020B0403040504020204" pitchFamily="34" charset="0"/>
              </a:rPr>
              <a:t>до трех строк</a:t>
            </a:r>
          </a:p>
        </p:txBody>
      </p:sp>
      <p:pic>
        <p:nvPicPr>
          <p:cNvPr id="14" name="Picture 6">
            <a:extLst>
              <a:ext uri="{FF2B5EF4-FFF2-40B4-BE49-F238E27FC236}">
                <a16:creationId xmlns:a16="http://schemas.microsoft.com/office/drawing/2014/main" id="{ABBB8E2A-00EE-C745-B468-EEB0906E04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767" y="566894"/>
            <a:ext cx="1709103" cy="60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6057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TB Cover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85E849CE-AAED-481F-8178-DC04C900FEFD}"/>
              </a:ext>
            </a:extLst>
          </p:cNvPr>
          <p:cNvGrpSpPr/>
          <p:nvPr userDrawn="1"/>
        </p:nvGrpSpPr>
        <p:grpSpPr>
          <a:xfrm>
            <a:off x="0" y="-1032243"/>
            <a:ext cx="12944841" cy="8649040"/>
            <a:chOff x="0" y="-1032243"/>
            <a:chExt cx="12944841" cy="8649040"/>
          </a:xfrm>
        </p:grpSpPr>
        <p:pic>
          <p:nvPicPr>
            <p:cNvPr id="11" name="Рисунок 10" descr="Изображение выглядит как вода, укладывает, звезда, синий&#10;&#10;Автоматически созданное описание">
              <a:extLst>
                <a:ext uri="{FF2B5EF4-FFF2-40B4-BE49-F238E27FC236}">
                  <a16:creationId xmlns:a16="http://schemas.microsoft.com/office/drawing/2014/main" id="{564C2D7C-06E2-43FB-8252-E783603C279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886821">
              <a:off x="2498386" y="-1032243"/>
              <a:ext cx="10446455" cy="8649040"/>
            </a:xfrm>
            <a:custGeom>
              <a:avLst/>
              <a:gdLst>
                <a:gd name="connsiteX0" fmla="*/ 8707549 w 10446455"/>
                <a:gd name="connsiteY0" fmla="*/ 0 h 8649040"/>
                <a:gd name="connsiteX1" fmla="*/ 10446455 w 10446455"/>
                <a:gd name="connsiteY1" fmla="*/ 6590644 h 8649040"/>
                <a:gd name="connsiteX2" fmla="*/ 10446455 w 10446455"/>
                <a:gd name="connsiteY2" fmla="*/ 6634147 h 8649040"/>
                <a:gd name="connsiteX3" fmla="*/ 2809787 w 10446455"/>
                <a:gd name="connsiteY3" fmla="*/ 8649040 h 8649040"/>
                <a:gd name="connsiteX4" fmla="*/ 0 w 10446455"/>
                <a:gd name="connsiteY4" fmla="*/ 8649040 h 8649040"/>
                <a:gd name="connsiteX5" fmla="*/ 0 w 10446455"/>
                <a:gd name="connsiteY5" fmla="*/ 2297440 h 8649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446455" h="8649040">
                  <a:moveTo>
                    <a:pt x="8707549" y="0"/>
                  </a:moveTo>
                  <a:lnTo>
                    <a:pt x="10446455" y="6590644"/>
                  </a:lnTo>
                  <a:lnTo>
                    <a:pt x="10446455" y="6634147"/>
                  </a:lnTo>
                  <a:lnTo>
                    <a:pt x="2809787" y="8649040"/>
                  </a:lnTo>
                  <a:lnTo>
                    <a:pt x="0" y="8649040"/>
                  </a:lnTo>
                  <a:lnTo>
                    <a:pt x="0" y="2297440"/>
                  </a:lnTo>
                  <a:close/>
                </a:path>
              </a:pathLst>
            </a:custGeom>
          </p:spPr>
        </p:pic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96B664CF-8FDC-4246-A307-9BBD388216DD}"/>
                </a:ext>
              </a:extLst>
            </p:cNvPr>
            <p:cNvSpPr/>
            <p:nvPr userDrawn="1"/>
          </p:nvSpPr>
          <p:spPr>
            <a:xfrm>
              <a:off x="0" y="14265"/>
              <a:ext cx="12192000" cy="6850595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56000"/>
                  </a:schemeClr>
                </a:gs>
                <a:gs pos="54000">
                  <a:schemeClr val="accent1">
                    <a:alpha val="0"/>
                  </a:schemeClr>
                </a:gs>
              </a:gsLst>
              <a:lin ang="2700000" scaled="0"/>
            </a:gra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endParaRPr>
            </a:p>
          </p:txBody>
        </p:sp>
      </p:grpSp>
      <p:sp>
        <p:nvSpPr>
          <p:cNvPr id="7" name="Полилиния 5">
            <a:extLst>
              <a:ext uri="{FF2B5EF4-FFF2-40B4-BE49-F238E27FC236}">
                <a16:creationId xmlns:a16="http://schemas.microsoft.com/office/drawing/2014/main" id="{8617ABEA-6DE6-4B2A-B4AF-41A24F46C6B4}"/>
              </a:ext>
            </a:extLst>
          </p:cNvPr>
          <p:cNvSpPr/>
          <p:nvPr/>
        </p:nvSpPr>
        <p:spPr>
          <a:xfrm>
            <a:off x="-2" y="-11749"/>
            <a:ext cx="7416801" cy="6880722"/>
          </a:xfrm>
          <a:custGeom>
            <a:avLst/>
            <a:gdLst>
              <a:gd name="connsiteX0" fmla="*/ 381 w 8891522"/>
              <a:gd name="connsiteY0" fmla="*/ 0 h 6858000"/>
              <a:gd name="connsiteX1" fmla="*/ 8891522 w 8891522"/>
              <a:gd name="connsiteY1" fmla="*/ 1 h 6858000"/>
              <a:gd name="connsiteX2" fmla="*/ 6385010 w 8891522"/>
              <a:gd name="connsiteY2" fmla="*/ 6858000 h 6858000"/>
              <a:gd name="connsiteX3" fmla="*/ 0 w 8891522"/>
              <a:gd name="connsiteY3" fmla="*/ 6858000 h 6858000"/>
              <a:gd name="connsiteX0" fmla="*/ 381 w 9612610"/>
              <a:gd name="connsiteY0" fmla="*/ 0 h 6858000"/>
              <a:gd name="connsiteX1" fmla="*/ 9612610 w 9612610"/>
              <a:gd name="connsiteY1" fmla="*/ 12701 h 6858000"/>
              <a:gd name="connsiteX2" fmla="*/ 6385010 w 9612610"/>
              <a:gd name="connsiteY2" fmla="*/ 6858000 h 6858000"/>
              <a:gd name="connsiteX3" fmla="*/ 0 w 9612610"/>
              <a:gd name="connsiteY3" fmla="*/ 6858000 h 6858000"/>
              <a:gd name="connsiteX4" fmla="*/ 381 w 9612610"/>
              <a:gd name="connsiteY4" fmla="*/ 0 h 6858000"/>
              <a:gd name="connsiteX0" fmla="*/ 381 w 9612610"/>
              <a:gd name="connsiteY0" fmla="*/ 11749 h 6869749"/>
              <a:gd name="connsiteX1" fmla="*/ 9612610 w 9612610"/>
              <a:gd name="connsiteY1" fmla="*/ 0 h 6869749"/>
              <a:gd name="connsiteX2" fmla="*/ 6385010 w 9612610"/>
              <a:gd name="connsiteY2" fmla="*/ 6869749 h 6869749"/>
              <a:gd name="connsiteX3" fmla="*/ 0 w 9612610"/>
              <a:gd name="connsiteY3" fmla="*/ 6869749 h 6869749"/>
              <a:gd name="connsiteX4" fmla="*/ 381 w 9612610"/>
              <a:gd name="connsiteY4" fmla="*/ 11749 h 6869749"/>
              <a:gd name="connsiteX0" fmla="*/ 381 w 9612610"/>
              <a:gd name="connsiteY0" fmla="*/ 11749 h 6880722"/>
              <a:gd name="connsiteX1" fmla="*/ 9612610 w 9612610"/>
              <a:gd name="connsiteY1" fmla="*/ 0 h 6880722"/>
              <a:gd name="connsiteX2" fmla="*/ 6380269 w 9612610"/>
              <a:gd name="connsiteY2" fmla="*/ 6880722 h 6880722"/>
              <a:gd name="connsiteX3" fmla="*/ 0 w 9612610"/>
              <a:gd name="connsiteY3" fmla="*/ 6869749 h 6880722"/>
              <a:gd name="connsiteX4" fmla="*/ 381 w 9612610"/>
              <a:gd name="connsiteY4" fmla="*/ 11749 h 688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12610" h="6880722">
                <a:moveTo>
                  <a:pt x="381" y="11749"/>
                </a:moveTo>
                <a:lnTo>
                  <a:pt x="9612610" y="0"/>
                </a:lnTo>
                <a:lnTo>
                  <a:pt x="6380269" y="6880722"/>
                </a:lnTo>
                <a:lnTo>
                  <a:pt x="0" y="6869749"/>
                </a:lnTo>
                <a:lnTo>
                  <a:pt x="381" y="117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304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TB Group Regular"/>
              <a:ea typeface="+mn-ea"/>
              <a:cs typeface="+mn-cs"/>
            </a:endParaRP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EC28FC27-073A-4DC4-A2E3-A5646942FE42}"/>
              </a:ext>
            </a:extLst>
          </p:cNvPr>
          <p:cNvCxnSpPr>
            <a:cxnSpLocks/>
          </p:cNvCxnSpPr>
          <p:nvPr/>
        </p:nvCxnSpPr>
        <p:spPr>
          <a:xfrm flipV="1">
            <a:off x="4928144" y="-4890"/>
            <a:ext cx="2495050" cy="6862891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Текст 9">
            <a:extLst>
              <a:ext uri="{FF2B5EF4-FFF2-40B4-BE49-F238E27FC236}">
                <a16:creationId xmlns:a16="http://schemas.microsoft.com/office/drawing/2014/main" id="{CD5BF4B1-8F5A-49D4-94D2-0FEB102AC348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515938" y="4256362"/>
            <a:ext cx="4979515" cy="55399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accent4"/>
                </a:solidFill>
                <a:latin typeface="VTB Group Book" panose="020B0503040504020204" pitchFamily="34" charset="-52"/>
              </a:defRPr>
            </a:lvl1pPr>
            <a:lvl2pPr marL="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2pPr>
            <a:lvl3pPr marL="91440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3pPr>
            <a:lvl4pPr marL="137160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4pPr>
            <a:lvl5pPr marL="182880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Подзаголовок до двух строк</a:t>
            </a:r>
            <a:br>
              <a:rPr lang="ru-RU" dirty="0"/>
            </a:br>
            <a:r>
              <a:rPr lang="ru-RU" dirty="0"/>
              <a:t>Подзаголовок до двух строк</a:t>
            </a:r>
          </a:p>
        </p:txBody>
      </p:sp>
      <p:sp>
        <p:nvSpPr>
          <p:cNvPr id="16" name="Заголовок 3">
            <a:extLst>
              <a:ext uri="{FF2B5EF4-FFF2-40B4-BE49-F238E27FC236}">
                <a16:creationId xmlns:a16="http://schemas.microsoft.com/office/drawing/2014/main" id="{356ECD97-FE0C-4C25-B4DE-FEE387F5C015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15938" y="2332555"/>
            <a:ext cx="4979515" cy="166199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ru-RU" sz="40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Заголовок</a:t>
            </a:r>
            <a:br>
              <a:rPr kumimoji="0" lang="ru-RU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титульного слайда</a:t>
            </a:r>
            <a:br>
              <a:rPr kumimoji="0" lang="en-US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Light" panose="020B0403040504020204" pitchFamily="34" charset="0"/>
              </a:rPr>
              <a:t>до трех строк</a:t>
            </a:r>
          </a:p>
        </p:txBody>
      </p:sp>
      <p:pic>
        <p:nvPicPr>
          <p:cNvPr id="13" name="Picture 6">
            <a:extLst>
              <a:ext uri="{FF2B5EF4-FFF2-40B4-BE49-F238E27FC236}">
                <a16:creationId xmlns:a16="http://schemas.microsoft.com/office/drawing/2014/main" id="{2BF65558-F99A-3949-BD32-2BAB1FFCB49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767" y="566894"/>
            <a:ext cx="1709103" cy="60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50462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TB Cover 1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46;p6">
            <a:extLst>
              <a:ext uri="{FF2B5EF4-FFF2-40B4-BE49-F238E27FC236}">
                <a16:creationId xmlns:a16="http://schemas.microsoft.com/office/drawing/2014/main" id="{2BAEF7E2-A1ED-493A-9C8D-9055A4032D51}"/>
              </a:ext>
            </a:extLst>
          </p:cNvPr>
          <p:cNvSpPr/>
          <p:nvPr userDrawn="1"/>
        </p:nvSpPr>
        <p:spPr>
          <a:xfrm>
            <a:off x="38845" y="0"/>
            <a:ext cx="12114311" cy="6858000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48000">
                <a:srgbClr val="0A2896">
                  <a:alpha val="86666"/>
                </a:srgbClr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ED566D4B-6CD9-413C-A31F-77E762AD67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0669" y="566896"/>
            <a:ext cx="1676096" cy="593164"/>
          </a:xfrm>
          <a:prstGeom prst="rect">
            <a:avLst/>
          </a:prstGeom>
        </p:spPr>
      </p:pic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1E92E0D1-8FC5-4FD9-A287-2232B00B6994}"/>
              </a:ext>
            </a:extLst>
          </p:cNvPr>
          <p:cNvGrpSpPr/>
          <p:nvPr userDrawn="1"/>
        </p:nvGrpSpPr>
        <p:grpSpPr>
          <a:xfrm>
            <a:off x="5605148" y="2153621"/>
            <a:ext cx="6264531" cy="4338039"/>
            <a:chOff x="5767380" y="2286357"/>
            <a:chExt cx="6264531" cy="4338039"/>
          </a:xfrm>
        </p:grpSpPr>
        <p:sp>
          <p:nvSpPr>
            <p:cNvPr id="11" name="Google Shape;48;p6">
              <a:extLst>
                <a:ext uri="{FF2B5EF4-FFF2-40B4-BE49-F238E27FC236}">
                  <a16:creationId xmlns:a16="http://schemas.microsoft.com/office/drawing/2014/main" id="{65D30873-C9DB-485A-8CD4-0449A518264A}"/>
                </a:ext>
              </a:extLst>
            </p:cNvPr>
            <p:cNvSpPr/>
            <p:nvPr/>
          </p:nvSpPr>
          <p:spPr>
            <a:xfrm>
              <a:off x="7636105" y="4934695"/>
              <a:ext cx="1270743" cy="1423231"/>
            </a:xfrm>
            <a:custGeom>
              <a:avLst/>
              <a:gdLst/>
              <a:ahLst/>
              <a:cxnLst/>
              <a:rect l="l" t="t" r="r" b="b"/>
              <a:pathLst>
                <a:path w="1071562" h="1200150" extrusionOk="0">
                  <a:moveTo>
                    <a:pt x="527766" y="31100"/>
                  </a:moveTo>
                  <a:lnTo>
                    <a:pt x="75138" y="264272"/>
                  </a:lnTo>
                  <a:cubicBezTo>
                    <a:pt x="24560" y="289990"/>
                    <a:pt x="4844" y="352569"/>
                    <a:pt x="30561" y="403147"/>
                  </a:cubicBezTo>
                  <a:lnTo>
                    <a:pt x="405179" y="1130095"/>
                  </a:lnTo>
                  <a:cubicBezTo>
                    <a:pt x="430897" y="1180673"/>
                    <a:pt x="493476" y="1200390"/>
                    <a:pt x="544054" y="1174672"/>
                  </a:cubicBezTo>
                  <a:lnTo>
                    <a:pt x="996682" y="941500"/>
                  </a:lnTo>
                  <a:cubicBezTo>
                    <a:pt x="1047259" y="915782"/>
                    <a:pt x="1066977" y="853203"/>
                    <a:pt x="1041259" y="802625"/>
                  </a:cubicBezTo>
                  <a:lnTo>
                    <a:pt x="666641" y="75677"/>
                  </a:lnTo>
                  <a:cubicBezTo>
                    <a:pt x="640923" y="24242"/>
                    <a:pt x="579201" y="4526"/>
                    <a:pt x="527766" y="31100"/>
                  </a:cubicBezTo>
                  <a:close/>
                </a:path>
              </a:pathLst>
            </a:custGeom>
            <a:noFill/>
            <a:ln w="15875" cap="rnd" cmpd="sng">
              <a:solidFill>
                <a:schemeClr val="accent2">
                  <a:lumMod val="60000"/>
                  <a:lumOff val="40000"/>
                  <a:alpha val="8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2" name="Google Shape;49;p6">
              <a:extLst>
                <a:ext uri="{FF2B5EF4-FFF2-40B4-BE49-F238E27FC236}">
                  <a16:creationId xmlns:a16="http://schemas.microsoft.com/office/drawing/2014/main" id="{88540F5C-0DAE-4AB5-ABD1-8460A7211572}"/>
                </a:ext>
              </a:extLst>
            </p:cNvPr>
            <p:cNvSpPr/>
            <p:nvPr/>
          </p:nvSpPr>
          <p:spPr>
            <a:xfrm>
              <a:off x="7692781" y="5091960"/>
              <a:ext cx="1148752" cy="1108088"/>
            </a:xfrm>
            <a:custGeom>
              <a:avLst/>
              <a:gdLst/>
              <a:ahLst/>
              <a:cxnLst/>
              <a:rect l="l" t="t" r="r" b="b"/>
              <a:pathLst>
                <a:path w="968692" h="934402" extrusionOk="0">
                  <a:moveTo>
                    <a:pt x="25979" y="353674"/>
                  </a:moveTo>
                  <a:lnTo>
                    <a:pt x="662400" y="25979"/>
                  </a:lnTo>
                  <a:lnTo>
                    <a:pt x="951243" y="586944"/>
                  </a:lnTo>
                  <a:lnTo>
                    <a:pt x="314822" y="914639"/>
                  </a:lnTo>
                  <a:close/>
                </a:path>
              </a:pathLst>
            </a:custGeom>
            <a:noFill/>
            <a:ln w="15875" cap="rnd" cmpd="sng">
              <a:solidFill>
                <a:schemeClr val="accent2">
                  <a:lumMod val="60000"/>
                  <a:lumOff val="40000"/>
                  <a:alpha val="8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3" name="Google Shape;50;p6">
              <a:extLst>
                <a:ext uri="{FF2B5EF4-FFF2-40B4-BE49-F238E27FC236}">
                  <a16:creationId xmlns:a16="http://schemas.microsoft.com/office/drawing/2014/main" id="{664F9558-2A74-47FD-8A54-28976A403B44}"/>
                </a:ext>
              </a:extLst>
            </p:cNvPr>
            <p:cNvSpPr/>
            <p:nvPr/>
          </p:nvSpPr>
          <p:spPr>
            <a:xfrm>
              <a:off x="8408868" y="6010026"/>
              <a:ext cx="142323" cy="142323"/>
            </a:xfrm>
            <a:custGeom>
              <a:avLst/>
              <a:gdLst/>
              <a:ahLst/>
              <a:cxnLst/>
              <a:rect l="l" t="t" r="r" b="b"/>
              <a:pathLst>
                <a:path w="120015" h="120015" extrusionOk="0">
                  <a:moveTo>
                    <a:pt x="105013" y="62151"/>
                  </a:moveTo>
                  <a:cubicBezTo>
                    <a:pt x="105013" y="85823"/>
                    <a:pt x="85823" y="105013"/>
                    <a:pt x="62151" y="105013"/>
                  </a:cubicBezTo>
                  <a:cubicBezTo>
                    <a:pt x="38479" y="105013"/>
                    <a:pt x="19288" y="85823"/>
                    <a:pt x="19288" y="62151"/>
                  </a:cubicBezTo>
                  <a:cubicBezTo>
                    <a:pt x="19288" y="38478"/>
                    <a:pt x="38479" y="19288"/>
                    <a:pt x="62151" y="19288"/>
                  </a:cubicBezTo>
                  <a:cubicBezTo>
                    <a:pt x="85823" y="19288"/>
                    <a:pt x="105013" y="38478"/>
                    <a:pt x="105013" y="62151"/>
                  </a:cubicBezTo>
                  <a:close/>
                </a:path>
              </a:pathLst>
            </a:custGeom>
            <a:noFill/>
            <a:ln w="15875" cap="rnd" cmpd="sng">
              <a:solidFill>
                <a:schemeClr val="accent2">
                  <a:lumMod val="60000"/>
                  <a:lumOff val="40000"/>
                  <a:alpha val="8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4" name="Google Shape;51;p6">
              <a:extLst>
                <a:ext uri="{FF2B5EF4-FFF2-40B4-BE49-F238E27FC236}">
                  <a16:creationId xmlns:a16="http://schemas.microsoft.com/office/drawing/2014/main" id="{8A5985A9-44DC-44F2-BFE3-8632BFE55A5B}"/>
                </a:ext>
              </a:extLst>
            </p:cNvPr>
            <p:cNvSpPr/>
            <p:nvPr/>
          </p:nvSpPr>
          <p:spPr>
            <a:xfrm>
              <a:off x="8208599" y="5061544"/>
              <a:ext cx="71162" cy="71162"/>
            </a:xfrm>
            <a:custGeom>
              <a:avLst/>
              <a:gdLst/>
              <a:ahLst/>
              <a:cxnLst/>
              <a:rect l="l" t="t" r="r" b="b"/>
              <a:pathLst>
                <a:path w="60007" h="60007" extrusionOk="0">
                  <a:moveTo>
                    <a:pt x="57864" y="32147"/>
                  </a:moveTo>
                  <a:cubicBezTo>
                    <a:pt x="57864" y="46350"/>
                    <a:pt x="46350" y="57864"/>
                    <a:pt x="32147" y="57864"/>
                  </a:cubicBezTo>
                  <a:cubicBezTo>
                    <a:pt x="17943" y="57864"/>
                    <a:pt x="6429" y="46350"/>
                    <a:pt x="6429" y="32147"/>
                  </a:cubicBezTo>
                  <a:cubicBezTo>
                    <a:pt x="6429" y="17944"/>
                    <a:pt x="17943" y="6429"/>
                    <a:pt x="32147" y="6429"/>
                  </a:cubicBezTo>
                  <a:cubicBezTo>
                    <a:pt x="46350" y="6429"/>
                    <a:pt x="57864" y="17944"/>
                    <a:pt x="57864" y="32147"/>
                  </a:cubicBezTo>
                  <a:close/>
                </a:path>
              </a:pathLst>
            </a:custGeom>
            <a:noFill/>
            <a:ln w="15875" cap="flat" cmpd="sng">
              <a:solidFill>
                <a:schemeClr val="accent2">
                  <a:lumMod val="60000"/>
                  <a:lumOff val="40000"/>
                  <a:alpha val="85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5" name="Google Shape;52;p6">
              <a:extLst>
                <a:ext uri="{FF2B5EF4-FFF2-40B4-BE49-F238E27FC236}">
                  <a16:creationId xmlns:a16="http://schemas.microsoft.com/office/drawing/2014/main" id="{DD3C5FAD-6354-4FC7-958A-F0DCFF94688E}"/>
                </a:ext>
              </a:extLst>
            </p:cNvPr>
            <p:cNvSpPr/>
            <p:nvPr/>
          </p:nvSpPr>
          <p:spPr>
            <a:xfrm>
              <a:off x="7878292" y="5109410"/>
              <a:ext cx="304978" cy="193153"/>
            </a:xfrm>
            <a:custGeom>
              <a:avLst/>
              <a:gdLst/>
              <a:ahLst/>
              <a:cxnLst/>
              <a:rect l="l" t="t" r="r" b="b"/>
              <a:pathLst>
                <a:path w="257175" h="162877" extrusionOk="0">
                  <a:moveTo>
                    <a:pt x="237815" y="65508"/>
                  </a:moveTo>
                  <a:lnTo>
                    <a:pt x="51792" y="161520"/>
                  </a:lnTo>
                  <a:cubicBezTo>
                    <a:pt x="36361" y="169235"/>
                    <a:pt x="17502" y="163234"/>
                    <a:pt x="9786" y="147804"/>
                  </a:cubicBezTo>
                  <a:lnTo>
                    <a:pt x="9786" y="147804"/>
                  </a:lnTo>
                  <a:cubicBezTo>
                    <a:pt x="2071" y="132373"/>
                    <a:pt x="8072" y="113514"/>
                    <a:pt x="23503" y="105798"/>
                  </a:cubicBezTo>
                  <a:lnTo>
                    <a:pt x="209526" y="9786"/>
                  </a:lnTo>
                  <a:cubicBezTo>
                    <a:pt x="224956" y="2071"/>
                    <a:pt x="243816" y="8072"/>
                    <a:pt x="251531" y="23503"/>
                  </a:cubicBezTo>
                  <a:lnTo>
                    <a:pt x="251531" y="23503"/>
                  </a:lnTo>
                  <a:cubicBezTo>
                    <a:pt x="259246" y="38076"/>
                    <a:pt x="253245" y="57793"/>
                    <a:pt x="237815" y="65508"/>
                  </a:cubicBezTo>
                  <a:close/>
                </a:path>
              </a:pathLst>
            </a:custGeom>
            <a:noFill/>
            <a:ln w="15875" cap="flat" cmpd="sng">
              <a:solidFill>
                <a:schemeClr val="accent2">
                  <a:lumMod val="60000"/>
                  <a:lumOff val="40000"/>
                  <a:alpha val="85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6" name="Google Shape;53;p6">
              <a:extLst>
                <a:ext uri="{FF2B5EF4-FFF2-40B4-BE49-F238E27FC236}">
                  <a16:creationId xmlns:a16="http://schemas.microsoft.com/office/drawing/2014/main" id="{7D29A560-E28D-40C0-B10E-0FFF52DCE258}"/>
                </a:ext>
              </a:extLst>
            </p:cNvPr>
            <p:cNvSpPr/>
            <p:nvPr/>
          </p:nvSpPr>
          <p:spPr>
            <a:xfrm>
              <a:off x="8460719" y="5095707"/>
              <a:ext cx="142323" cy="162655"/>
            </a:xfrm>
            <a:custGeom>
              <a:avLst/>
              <a:gdLst/>
              <a:ahLst/>
              <a:cxnLst/>
              <a:rect l="l" t="t" r="r" b="b"/>
              <a:pathLst>
                <a:path w="120015" h="137160" extrusionOk="0">
                  <a:moveTo>
                    <a:pt x="25979" y="44424"/>
                  </a:moveTo>
                  <a:lnTo>
                    <a:pt x="61802" y="25979"/>
                  </a:lnTo>
                  <a:lnTo>
                    <a:pt x="97907" y="96100"/>
                  </a:lnTo>
                  <a:lnTo>
                    <a:pt x="62085" y="114545"/>
                  </a:lnTo>
                  <a:close/>
                </a:path>
              </a:pathLst>
            </a:custGeom>
            <a:noFill/>
            <a:ln w="15875" cap="rnd" cmpd="sng">
              <a:solidFill>
                <a:schemeClr val="accent2">
                  <a:lumMod val="60000"/>
                  <a:lumOff val="40000"/>
                  <a:alpha val="8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7" name="Google Shape;54;p6">
              <a:extLst>
                <a:ext uri="{FF2B5EF4-FFF2-40B4-BE49-F238E27FC236}">
                  <a16:creationId xmlns:a16="http://schemas.microsoft.com/office/drawing/2014/main" id="{8870FDCE-A6DD-4534-9A6B-7644496D5A0A}"/>
                </a:ext>
              </a:extLst>
            </p:cNvPr>
            <p:cNvSpPr/>
            <p:nvPr/>
          </p:nvSpPr>
          <p:spPr>
            <a:xfrm>
              <a:off x="8530215" y="5229565"/>
              <a:ext cx="142323" cy="162655"/>
            </a:xfrm>
            <a:custGeom>
              <a:avLst/>
              <a:gdLst/>
              <a:ahLst/>
              <a:cxnLst/>
              <a:rect l="l" t="t" r="r" b="b"/>
              <a:pathLst>
                <a:path w="120015" h="137160" extrusionOk="0">
                  <a:moveTo>
                    <a:pt x="25979" y="44424"/>
                  </a:moveTo>
                  <a:lnTo>
                    <a:pt x="61802" y="25979"/>
                  </a:lnTo>
                  <a:lnTo>
                    <a:pt x="97907" y="96100"/>
                  </a:lnTo>
                  <a:lnTo>
                    <a:pt x="62085" y="114545"/>
                  </a:lnTo>
                  <a:close/>
                </a:path>
              </a:pathLst>
            </a:custGeom>
            <a:noFill/>
            <a:ln w="15875" cap="rnd" cmpd="sng">
              <a:solidFill>
                <a:schemeClr val="accent2">
                  <a:lumMod val="60000"/>
                  <a:lumOff val="40000"/>
                  <a:alpha val="8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8" name="Google Shape;55;p6">
              <a:extLst>
                <a:ext uri="{FF2B5EF4-FFF2-40B4-BE49-F238E27FC236}">
                  <a16:creationId xmlns:a16="http://schemas.microsoft.com/office/drawing/2014/main" id="{42AAD17F-03E1-40E9-914B-438F5A15C03A}"/>
                </a:ext>
              </a:extLst>
            </p:cNvPr>
            <p:cNvSpPr/>
            <p:nvPr/>
          </p:nvSpPr>
          <p:spPr>
            <a:xfrm>
              <a:off x="7898805" y="5961499"/>
              <a:ext cx="142323" cy="162655"/>
            </a:xfrm>
            <a:custGeom>
              <a:avLst/>
              <a:gdLst/>
              <a:ahLst/>
              <a:cxnLst/>
              <a:rect l="l" t="t" r="r" b="b"/>
              <a:pathLst>
                <a:path w="120015" h="137160" extrusionOk="0">
                  <a:moveTo>
                    <a:pt x="25979" y="44424"/>
                  </a:moveTo>
                  <a:lnTo>
                    <a:pt x="61802" y="25979"/>
                  </a:lnTo>
                  <a:lnTo>
                    <a:pt x="97907" y="96100"/>
                  </a:lnTo>
                  <a:lnTo>
                    <a:pt x="62084" y="114545"/>
                  </a:lnTo>
                  <a:close/>
                </a:path>
              </a:pathLst>
            </a:custGeom>
            <a:noFill/>
            <a:ln w="15875" cap="rnd" cmpd="sng">
              <a:solidFill>
                <a:schemeClr val="accent2">
                  <a:lumMod val="60000"/>
                  <a:lumOff val="40000"/>
                  <a:alpha val="8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grpSp>
          <p:nvGrpSpPr>
            <p:cNvPr id="19" name="Группа 18">
              <a:extLst>
                <a:ext uri="{FF2B5EF4-FFF2-40B4-BE49-F238E27FC236}">
                  <a16:creationId xmlns:a16="http://schemas.microsoft.com/office/drawing/2014/main" id="{44F1FDF1-CF51-4747-97C3-28BDF238A6CC}"/>
                </a:ext>
              </a:extLst>
            </p:cNvPr>
            <p:cNvGrpSpPr/>
            <p:nvPr/>
          </p:nvGrpSpPr>
          <p:grpSpPr>
            <a:xfrm>
              <a:off x="5767380" y="3080455"/>
              <a:ext cx="1172133" cy="1077589"/>
              <a:chOff x="4653571" y="4416007"/>
              <a:chExt cx="1172133" cy="1077589"/>
            </a:xfrm>
          </p:grpSpPr>
          <p:sp>
            <p:nvSpPr>
              <p:cNvPr id="98" name="Google Shape;63;p6">
                <a:extLst>
                  <a:ext uri="{FF2B5EF4-FFF2-40B4-BE49-F238E27FC236}">
                    <a16:creationId xmlns:a16="http://schemas.microsoft.com/office/drawing/2014/main" id="{098DE395-E590-49A7-B35F-6439F7C41B3E}"/>
                  </a:ext>
                </a:extLst>
              </p:cNvPr>
              <p:cNvSpPr/>
              <p:nvPr/>
            </p:nvSpPr>
            <p:spPr>
              <a:xfrm>
                <a:off x="4653571" y="4416007"/>
                <a:ext cx="1077589" cy="1077589"/>
              </a:xfrm>
              <a:custGeom>
                <a:avLst/>
                <a:gdLst/>
                <a:ahLst/>
                <a:cxnLst/>
                <a:rect l="l" t="t" r="r" b="b"/>
                <a:pathLst>
                  <a:path w="908685" h="908685" extrusionOk="0">
                    <a:moveTo>
                      <a:pt x="893683" y="456486"/>
                    </a:moveTo>
                    <a:cubicBezTo>
                      <a:pt x="893683" y="697943"/>
                      <a:pt x="697943" y="893683"/>
                      <a:pt x="456486" y="893683"/>
                    </a:cubicBezTo>
                    <a:cubicBezTo>
                      <a:pt x="215028" y="893683"/>
                      <a:pt x="19288" y="697943"/>
                      <a:pt x="19288" y="456486"/>
                    </a:cubicBezTo>
                    <a:cubicBezTo>
                      <a:pt x="19288" y="215028"/>
                      <a:pt x="215028" y="19288"/>
                      <a:pt x="456486" y="19288"/>
                    </a:cubicBezTo>
                    <a:cubicBezTo>
                      <a:pt x="697943" y="19288"/>
                      <a:pt x="893683" y="215028"/>
                      <a:pt x="893683" y="456486"/>
                    </a:cubicBez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99" name="Google Shape;64;p6">
                <a:extLst>
                  <a:ext uri="{FF2B5EF4-FFF2-40B4-BE49-F238E27FC236}">
                    <a16:creationId xmlns:a16="http://schemas.microsoft.com/office/drawing/2014/main" id="{6F404203-4CAA-4DA4-B853-249907402A66}"/>
                  </a:ext>
                </a:extLst>
              </p:cNvPr>
              <p:cNvSpPr/>
              <p:nvPr/>
            </p:nvSpPr>
            <p:spPr>
              <a:xfrm>
                <a:off x="4798944" y="4560364"/>
                <a:ext cx="1026760" cy="792943"/>
              </a:xfrm>
              <a:custGeom>
                <a:avLst/>
                <a:gdLst/>
                <a:ahLst/>
                <a:cxnLst/>
                <a:rect l="l" t="t" r="r" b="b"/>
                <a:pathLst>
                  <a:path w="865822" h="668655" extrusionOk="0">
                    <a:moveTo>
                      <a:pt x="801100" y="289322"/>
                    </a:moveTo>
                    <a:lnTo>
                      <a:pt x="646795" y="289322"/>
                    </a:lnTo>
                    <a:cubicBezTo>
                      <a:pt x="624507" y="136731"/>
                      <a:pt x="493347" y="19288"/>
                      <a:pt x="334756" y="19288"/>
                    </a:cubicBezTo>
                    <a:cubicBezTo>
                      <a:pt x="160734" y="19288"/>
                      <a:pt x="19288" y="160734"/>
                      <a:pt x="19288" y="334756"/>
                    </a:cubicBezTo>
                    <a:cubicBezTo>
                      <a:pt x="19288" y="508778"/>
                      <a:pt x="160734" y="650224"/>
                      <a:pt x="334756" y="650224"/>
                    </a:cubicBezTo>
                    <a:cubicBezTo>
                      <a:pt x="493347" y="650224"/>
                      <a:pt x="625364" y="532781"/>
                      <a:pt x="646795" y="380190"/>
                    </a:cubicBezTo>
                    <a:lnTo>
                      <a:pt x="801100" y="380190"/>
                    </a:lnTo>
                    <a:cubicBezTo>
                      <a:pt x="825960" y="380190"/>
                      <a:pt x="846534" y="359616"/>
                      <a:pt x="846534" y="334756"/>
                    </a:cubicBezTo>
                    <a:cubicBezTo>
                      <a:pt x="845677" y="309896"/>
                      <a:pt x="825960" y="289322"/>
                      <a:pt x="801100" y="289322"/>
                    </a:cubicBez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100" name="Google Shape;65;p6">
                <a:extLst>
                  <a:ext uri="{FF2B5EF4-FFF2-40B4-BE49-F238E27FC236}">
                    <a16:creationId xmlns:a16="http://schemas.microsoft.com/office/drawing/2014/main" id="{084DCE31-B24E-4ADE-A973-7BABFF6841A4}"/>
                  </a:ext>
                </a:extLst>
              </p:cNvPr>
              <p:cNvSpPr/>
              <p:nvPr/>
            </p:nvSpPr>
            <p:spPr>
              <a:xfrm>
                <a:off x="4875188" y="4637625"/>
                <a:ext cx="630288" cy="630288"/>
              </a:xfrm>
              <a:custGeom>
                <a:avLst/>
                <a:gdLst/>
                <a:ahLst/>
                <a:cxnLst/>
                <a:rect l="l" t="t" r="r" b="b"/>
                <a:pathLst>
                  <a:path w="531495" h="531495" extrusionOk="0">
                    <a:moveTo>
                      <a:pt x="519922" y="269605"/>
                    </a:moveTo>
                    <a:cubicBezTo>
                      <a:pt x="519922" y="407851"/>
                      <a:pt x="407851" y="519922"/>
                      <a:pt x="269605" y="519922"/>
                    </a:cubicBezTo>
                    <a:cubicBezTo>
                      <a:pt x="131359" y="519922"/>
                      <a:pt x="19288" y="407851"/>
                      <a:pt x="19288" y="269605"/>
                    </a:cubicBezTo>
                    <a:cubicBezTo>
                      <a:pt x="19288" y="131359"/>
                      <a:pt x="131359" y="19288"/>
                      <a:pt x="269605" y="19288"/>
                    </a:cubicBezTo>
                    <a:cubicBezTo>
                      <a:pt x="407851" y="19288"/>
                      <a:pt x="519922" y="131359"/>
                      <a:pt x="519922" y="269605"/>
                    </a:cubicBez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101" name="Google Shape;66;p6">
                <a:extLst>
                  <a:ext uri="{FF2B5EF4-FFF2-40B4-BE49-F238E27FC236}">
                    <a16:creationId xmlns:a16="http://schemas.microsoft.com/office/drawing/2014/main" id="{14963F59-0A9A-4123-BEEF-36DDE9CC7FE7}"/>
                  </a:ext>
                </a:extLst>
              </p:cNvPr>
              <p:cNvSpPr/>
              <p:nvPr/>
            </p:nvSpPr>
            <p:spPr>
              <a:xfrm>
                <a:off x="4908737" y="4670156"/>
                <a:ext cx="477800" cy="477800"/>
              </a:xfrm>
              <a:custGeom>
                <a:avLst/>
                <a:gdLst/>
                <a:ahLst/>
                <a:cxnLst/>
                <a:rect l="l" t="t" r="r" b="b"/>
                <a:pathLst>
                  <a:path w="402907" h="402907" extrusionOk="0">
                    <a:moveTo>
                      <a:pt x="400764" y="69009"/>
                    </a:moveTo>
                    <a:cubicBezTo>
                      <a:pt x="357902" y="29575"/>
                      <a:pt x="301323" y="6429"/>
                      <a:pt x="241316" y="6429"/>
                    </a:cubicBezTo>
                    <a:cubicBezTo>
                      <a:pt x="111871" y="6429"/>
                      <a:pt x="6429" y="111871"/>
                      <a:pt x="6429" y="241316"/>
                    </a:cubicBezTo>
                    <a:cubicBezTo>
                      <a:pt x="6429" y="301323"/>
                      <a:pt x="28718" y="357902"/>
                      <a:pt x="69009" y="400764"/>
                    </a:cubicBezTo>
                    <a:cubicBezTo>
                      <a:pt x="61293" y="375047"/>
                      <a:pt x="57007" y="348472"/>
                      <a:pt x="57007" y="321897"/>
                    </a:cubicBezTo>
                    <a:cubicBezTo>
                      <a:pt x="57007" y="175308"/>
                      <a:pt x="176165" y="56150"/>
                      <a:pt x="322755" y="56150"/>
                    </a:cubicBezTo>
                    <a:cubicBezTo>
                      <a:pt x="348472" y="57007"/>
                      <a:pt x="375904" y="61293"/>
                      <a:pt x="400764" y="69009"/>
                    </a:cubicBezTo>
                    <a:close/>
                  </a:path>
                </a:pathLst>
              </a:custGeom>
              <a:noFill/>
              <a:ln w="15875" cap="flat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</p:grpSp>
        <p:grpSp>
          <p:nvGrpSpPr>
            <p:cNvPr id="20" name="Группа 19">
              <a:extLst>
                <a:ext uri="{FF2B5EF4-FFF2-40B4-BE49-F238E27FC236}">
                  <a16:creationId xmlns:a16="http://schemas.microsoft.com/office/drawing/2014/main" id="{1A2A4ED5-FAD9-443D-A056-BCA4DA91FD14}"/>
                </a:ext>
              </a:extLst>
            </p:cNvPr>
            <p:cNvGrpSpPr/>
            <p:nvPr/>
          </p:nvGrpSpPr>
          <p:grpSpPr>
            <a:xfrm>
              <a:off x="7649339" y="2286357"/>
              <a:ext cx="3349810" cy="2919545"/>
              <a:chOff x="7649339" y="2286357"/>
              <a:chExt cx="3349810" cy="2919545"/>
            </a:xfrm>
          </p:grpSpPr>
          <p:sp>
            <p:nvSpPr>
              <p:cNvPr id="49" name="Google Shape;67;p6">
                <a:extLst>
                  <a:ext uri="{FF2B5EF4-FFF2-40B4-BE49-F238E27FC236}">
                    <a16:creationId xmlns:a16="http://schemas.microsoft.com/office/drawing/2014/main" id="{E5425B0E-4486-4AFC-AE68-6CB16AA64344}"/>
                  </a:ext>
                </a:extLst>
              </p:cNvPr>
              <p:cNvSpPr/>
              <p:nvPr/>
            </p:nvSpPr>
            <p:spPr>
              <a:xfrm>
                <a:off x="7649339" y="2674583"/>
                <a:ext cx="3120944" cy="2531319"/>
              </a:xfrm>
              <a:custGeom>
                <a:avLst/>
                <a:gdLst/>
                <a:ahLst/>
                <a:cxnLst/>
                <a:rect l="l" t="t" r="r" b="b"/>
                <a:pathLst>
                  <a:path w="2631757" h="2134552" extrusionOk="0">
                    <a:moveTo>
                      <a:pt x="2003077" y="2108406"/>
                    </a:moveTo>
                    <a:lnTo>
                      <a:pt x="93124" y="1361742"/>
                    </a:lnTo>
                    <a:cubicBezTo>
                      <a:pt x="33974" y="1338596"/>
                      <a:pt x="3970" y="1271730"/>
                      <a:pt x="27116" y="1211723"/>
                    </a:cubicBezTo>
                    <a:lnTo>
                      <a:pt x="493460" y="19288"/>
                    </a:lnTo>
                    <a:lnTo>
                      <a:pt x="2618583" y="849963"/>
                    </a:lnTo>
                    <a:lnTo>
                      <a:pt x="2152239" y="2042398"/>
                    </a:lnTo>
                    <a:cubicBezTo>
                      <a:pt x="2129093" y="2101548"/>
                      <a:pt x="2062227" y="2131552"/>
                      <a:pt x="2003077" y="2108406"/>
                    </a:cubicBez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50" name="Google Shape;68;p6">
                <a:extLst>
                  <a:ext uri="{FF2B5EF4-FFF2-40B4-BE49-F238E27FC236}">
                    <a16:creationId xmlns:a16="http://schemas.microsoft.com/office/drawing/2014/main" id="{C702C1DE-E788-49B3-B34B-6703A7564D94}"/>
                  </a:ext>
                </a:extLst>
              </p:cNvPr>
              <p:cNvSpPr/>
              <p:nvPr/>
            </p:nvSpPr>
            <p:spPr>
              <a:xfrm>
                <a:off x="8193350" y="2379770"/>
                <a:ext cx="2795634" cy="1321572"/>
              </a:xfrm>
              <a:custGeom>
                <a:avLst/>
                <a:gdLst/>
                <a:ahLst/>
                <a:cxnLst/>
                <a:rect l="l" t="t" r="r" b="b"/>
                <a:pathLst>
                  <a:path w="2357437" h="1114425" extrusionOk="0">
                    <a:moveTo>
                      <a:pt x="2159842" y="1098566"/>
                    </a:moveTo>
                    <a:lnTo>
                      <a:pt x="34719" y="267891"/>
                    </a:lnTo>
                    <a:lnTo>
                      <a:pt x="19288" y="19288"/>
                    </a:lnTo>
                    <a:lnTo>
                      <a:pt x="2339864" y="926259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51" name="Google Shape;69;p6">
                <a:extLst>
                  <a:ext uri="{FF2B5EF4-FFF2-40B4-BE49-F238E27FC236}">
                    <a16:creationId xmlns:a16="http://schemas.microsoft.com/office/drawing/2014/main" id="{2F87FD7E-3821-4311-90E3-2C3F8B68C92C}"/>
                  </a:ext>
                </a:extLst>
              </p:cNvPr>
              <p:cNvSpPr/>
              <p:nvPr/>
            </p:nvSpPr>
            <p:spPr>
              <a:xfrm>
                <a:off x="8193350" y="2286357"/>
                <a:ext cx="2805799" cy="1209747"/>
              </a:xfrm>
              <a:custGeom>
                <a:avLst/>
                <a:gdLst/>
                <a:ahLst/>
                <a:cxnLst/>
                <a:rect l="l" t="t" r="r" b="b"/>
                <a:pathLst>
                  <a:path w="2366010" h="1020127" extrusionOk="0">
                    <a:moveTo>
                      <a:pt x="2269570" y="843867"/>
                    </a:moveTo>
                    <a:lnTo>
                      <a:pt x="180451" y="27766"/>
                    </a:lnTo>
                    <a:cubicBezTo>
                      <a:pt x="116157" y="2905"/>
                      <a:pt x="44148" y="34623"/>
                      <a:pt x="19288" y="98060"/>
                    </a:cubicBezTo>
                    <a:lnTo>
                      <a:pt x="19288" y="98060"/>
                    </a:lnTo>
                    <a:lnTo>
                      <a:pt x="2339864" y="1005031"/>
                    </a:lnTo>
                    <a:lnTo>
                      <a:pt x="2339864" y="1005031"/>
                    </a:lnTo>
                    <a:cubicBezTo>
                      <a:pt x="2364724" y="941594"/>
                      <a:pt x="2333006" y="868728"/>
                      <a:pt x="2269570" y="843867"/>
                    </a:cubicBez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52" name="Google Shape;70;p6">
                <a:extLst>
                  <a:ext uri="{FF2B5EF4-FFF2-40B4-BE49-F238E27FC236}">
                    <a16:creationId xmlns:a16="http://schemas.microsoft.com/office/drawing/2014/main" id="{E13F0BA2-91C5-44B7-8106-8F7D7571971D}"/>
                  </a:ext>
                </a:extLst>
              </p:cNvPr>
              <p:cNvSpPr/>
              <p:nvPr/>
            </p:nvSpPr>
            <p:spPr>
              <a:xfrm>
                <a:off x="8297043" y="2523110"/>
                <a:ext cx="2510987" cy="1067424"/>
              </a:xfrm>
              <a:custGeom>
                <a:avLst/>
                <a:gdLst/>
                <a:ahLst/>
                <a:cxnLst/>
                <a:rect l="l" t="t" r="r" b="b"/>
                <a:pathLst>
                  <a:path w="2117407" h="900112" extrusionOk="0">
                    <a:moveTo>
                      <a:pt x="23574" y="91297"/>
                    </a:moveTo>
                    <a:lnTo>
                      <a:pt x="19288" y="19288"/>
                    </a:lnTo>
                    <a:lnTo>
                      <a:pt x="2105834" y="834533"/>
                    </a:lnTo>
                    <a:lnTo>
                      <a:pt x="2053542" y="884253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53" name="Google Shape;71;p6">
                <a:extLst>
                  <a:ext uri="{FF2B5EF4-FFF2-40B4-BE49-F238E27FC236}">
                    <a16:creationId xmlns:a16="http://schemas.microsoft.com/office/drawing/2014/main" id="{73460018-A381-4406-B512-47808F00522C}"/>
                  </a:ext>
                </a:extLst>
              </p:cNvPr>
              <p:cNvSpPr/>
              <p:nvPr/>
            </p:nvSpPr>
            <p:spPr>
              <a:xfrm>
                <a:off x="8297043" y="2523110"/>
                <a:ext cx="2510987" cy="1067424"/>
              </a:xfrm>
              <a:custGeom>
                <a:avLst/>
                <a:gdLst/>
                <a:ahLst/>
                <a:cxnLst/>
                <a:rect l="l" t="t" r="r" b="b"/>
                <a:pathLst>
                  <a:path w="2117407" h="900112" extrusionOk="0">
                    <a:moveTo>
                      <a:pt x="23574" y="91297"/>
                    </a:moveTo>
                    <a:lnTo>
                      <a:pt x="19288" y="19288"/>
                    </a:lnTo>
                    <a:lnTo>
                      <a:pt x="2105834" y="834533"/>
                    </a:lnTo>
                    <a:lnTo>
                      <a:pt x="2053542" y="884253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54" name="Google Shape;72;p6">
                <a:extLst>
                  <a:ext uri="{FF2B5EF4-FFF2-40B4-BE49-F238E27FC236}">
                    <a16:creationId xmlns:a16="http://schemas.microsoft.com/office/drawing/2014/main" id="{A8D889AC-70F3-4504-BAF3-FA7CF6B2761E}"/>
                  </a:ext>
                </a:extLst>
              </p:cNvPr>
              <p:cNvSpPr/>
              <p:nvPr/>
            </p:nvSpPr>
            <p:spPr>
              <a:xfrm>
                <a:off x="8584102" y="4155429"/>
                <a:ext cx="823442" cy="609956"/>
              </a:xfrm>
              <a:custGeom>
                <a:avLst/>
                <a:gdLst/>
                <a:ahLst/>
                <a:cxnLst/>
                <a:rect l="l" t="t" r="r" b="b"/>
                <a:pathLst>
                  <a:path w="694372" h="514350" extrusionOk="0">
                    <a:moveTo>
                      <a:pt x="125121" y="24984"/>
                    </a:moveTo>
                    <a:lnTo>
                      <a:pt x="670457" y="238048"/>
                    </a:lnTo>
                    <a:lnTo>
                      <a:pt x="570320" y="494348"/>
                    </a:lnTo>
                    <a:lnTo>
                      <a:pt x="24984" y="281284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55" name="Google Shape;73;p6">
                <a:extLst>
                  <a:ext uri="{FF2B5EF4-FFF2-40B4-BE49-F238E27FC236}">
                    <a16:creationId xmlns:a16="http://schemas.microsoft.com/office/drawing/2014/main" id="{5B28CBBC-7C8D-4423-8F08-0617B9373A16}"/>
                  </a:ext>
                </a:extLst>
              </p:cNvPr>
              <p:cNvSpPr/>
              <p:nvPr/>
            </p:nvSpPr>
            <p:spPr>
              <a:xfrm>
                <a:off x="8628452" y="4371277"/>
                <a:ext cx="254149" cy="121991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102870" extrusionOk="0">
                    <a:moveTo>
                      <a:pt x="19288" y="19288"/>
                    </a:moveTo>
                    <a:lnTo>
                      <a:pt x="197596" y="89583"/>
                    </a:lnTo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56" name="Google Shape;74;p6">
                <a:extLst>
                  <a:ext uri="{FF2B5EF4-FFF2-40B4-BE49-F238E27FC236}">
                    <a16:creationId xmlns:a16="http://schemas.microsoft.com/office/drawing/2014/main" id="{2F55DDF3-B27C-4C74-A1A8-A9C8F0A4D61D}"/>
                  </a:ext>
                </a:extLst>
              </p:cNvPr>
              <p:cNvSpPr/>
              <p:nvPr/>
            </p:nvSpPr>
            <p:spPr>
              <a:xfrm>
                <a:off x="9063555" y="4542065"/>
                <a:ext cx="254149" cy="121991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102870" extrusionOk="0">
                    <a:moveTo>
                      <a:pt x="19288" y="19288"/>
                    </a:moveTo>
                    <a:lnTo>
                      <a:pt x="197596" y="88725"/>
                    </a:lnTo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57" name="Google Shape;75;p6">
                <a:extLst>
                  <a:ext uri="{FF2B5EF4-FFF2-40B4-BE49-F238E27FC236}">
                    <a16:creationId xmlns:a16="http://schemas.microsoft.com/office/drawing/2014/main" id="{AE83CF4B-94B1-4582-A34D-6BF163694902}"/>
                  </a:ext>
                </a:extLst>
              </p:cNvPr>
              <p:cNvSpPr/>
              <p:nvPr/>
            </p:nvSpPr>
            <p:spPr>
              <a:xfrm>
                <a:off x="8015084" y="3644944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6" y="24984"/>
                    </a:moveTo>
                    <a:lnTo>
                      <a:pt x="173777" y="66786"/>
                    </a:lnTo>
                    <a:lnTo>
                      <a:pt x="131975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58" name="Google Shape;76;p6">
                <a:extLst>
                  <a:ext uri="{FF2B5EF4-FFF2-40B4-BE49-F238E27FC236}">
                    <a16:creationId xmlns:a16="http://schemas.microsoft.com/office/drawing/2014/main" id="{EAB9A9DB-24DE-46F4-845D-5673B47D1072}"/>
                  </a:ext>
                </a:extLst>
              </p:cNvPr>
              <p:cNvSpPr/>
              <p:nvPr/>
            </p:nvSpPr>
            <p:spPr>
              <a:xfrm>
                <a:off x="8230529" y="3729315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6" y="24984"/>
                    </a:moveTo>
                    <a:lnTo>
                      <a:pt x="173777" y="66786"/>
                    </a:lnTo>
                    <a:lnTo>
                      <a:pt x="131975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59" name="Google Shape;77;p6">
                <a:extLst>
                  <a:ext uri="{FF2B5EF4-FFF2-40B4-BE49-F238E27FC236}">
                    <a16:creationId xmlns:a16="http://schemas.microsoft.com/office/drawing/2014/main" id="{03106111-F4E1-4E1E-81A5-0A335E585DFE}"/>
                  </a:ext>
                </a:extLst>
              </p:cNvPr>
              <p:cNvSpPr/>
              <p:nvPr/>
            </p:nvSpPr>
            <p:spPr>
              <a:xfrm>
                <a:off x="8452582" y="3820284"/>
                <a:ext cx="1077589" cy="559127"/>
              </a:xfrm>
              <a:custGeom>
                <a:avLst/>
                <a:gdLst/>
                <a:ahLst/>
                <a:cxnLst/>
                <a:rect l="l" t="t" r="r" b="b"/>
                <a:pathLst>
                  <a:path w="908685" h="471487" extrusionOk="0">
                    <a:moveTo>
                      <a:pt x="787384" y="303038"/>
                    </a:moveTo>
                    <a:lnTo>
                      <a:pt x="60436" y="19288"/>
                    </a:lnTo>
                    <a:lnTo>
                      <a:pt x="19288" y="126444"/>
                    </a:lnTo>
                    <a:lnTo>
                      <a:pt x="746236" y="410194"/>
                    </a:lnTo>
                    <a:lnTo>
                      <a:pt x="852535" y="452199"/>
                    </a:lnTo>
                    <a:lnTo>
                      <a:pt x="894540" y="345043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60" name="Google Shape;78;p6">
                <a:extLst>
                  <a:ext uri="{FF2B5EF4-FFF2-40B4-BE49-F238E27FC236}">
                    <a16:creationId xmlns:a16="http://schemas.microsoft.com/office/drawing/2014/main" id="{C4CB73EB-E861-4A25-950F-CA75279C63A5}"/>
                  </a:ext>
                </a:extLst>
              </p:cNvPr>
              <p:cNvSpPr/>
              <p:nvPr/>
            </p:nvSpPr>
            <p:spPr>
              <a:xfrm>
                <a:off x="9522616" y="4234230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6" y="24984"/>
                    </a:moveTo>
                    <a:lnTo>
                      <a:pt x="173777" y="66786"/>
                    </a:lnTo>
                    <a:lnTo>
                      <a:pt x="131976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61" name="Google Shape;79;p6">
                <a:extLst>
                  <a:ext uri="{FF2B5EF4-FFF2-40B4-BE49-F238E27FC236}">
                    <a16:creationId xmlns:a16="http://schemas.microsoft.com/office/drawing/2014/main" id="{2B4B4D07-30B0-4E9F-AECF-6FECFEF8A75B}"/>
                  </a:ext>
                </a:extLst>
              </p:cNvPr>
              <p:cNvSpPr/>
              <p:nvPr/>
            </p:nvSpPr>
            <p:spPr>
              <a:xfrm>
                <a:off x="9738061" y="4318601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5" y="24984"/>
                    </a:moveTo>
                    <a:lnTo>
                      <a:pt x="173777" y="66786"/>
                    </a:lnTo>
                    <a:lnTo>
                      <a:pt x="131975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62" name="Google Shape;80;p6">
                <a:extLst>
                  <a:ext uri="{FF2B5EF4-FFF2-40B4-BE49-F238E27FC236}">
                    <a16:creationId xmlns:a16="http://schemas.microsoft.com/office/drawing/2014/main" id="{9BB83C6F-AF58-479B-A030-466A00DE1D83}"/>
                  </a:ext>
                </a:extLst>
              </p:cNvPr>
              <p:cNvSpPr/>
              <p:nvPr/>
            </p:nvSpPr>
            <p:spPr>
              <a:xfrm>
                <a:off x="8096775" y="3457359"/>
                <a:ext cx="437136" cy="304978"/>
              </a:xfrm>
              <a:custGeom>
                <a:avLst/>
                <a:gdLst/>
                <a:ahLst/>
                <a:cxnLst/>
                <a:rect l="l" t="t" r="r" b="b"/>
                <a:pathLst>
                  <a:path w="368617" h="257175" extrusionOk="0">
                    <a:moveTo>
                      <a:pt x="243030" y="90440"/>
                    </a:moveTo>
                    <a:lnTo>
                      <a:pt x="61293" y="19288"/>
                    </a:lnTo>
                    <a:lnTo>
                      <a:pt x="19288" y="126444"/>
                    </a:lnTo>
                    <a:lnTo>
                      <a:pt x="201025" y="197596"/>
                    </a:lnTo>
                    <a:lnTo>
                      <a:pt x="308181" y="239601"/>
                    </a:lnTo>
                    <a:lnTo>
                      <a:pt x="350186" y="13244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63" name="Google Shape;81;p6">
                <a:extLst>
                  <a:ext uri="{FF2B5EF4-FFF2-40B4-BE49-F238E27FC236}">
                    <a16:creationId xmlns:a16="http://schemas.microsoft.com/office/drawing/2014/main" id="{E77B6563-1150-4853-A5A5-A448C0A920A0}"/>
                  </a:ext>
                </a:extLst>
              </p:cNvPr>
              <p:cNvSpPr/>
              <p:nvPr/>
            </p:nvSpPr>
            <p:spPr>
              <a:xfrm>
                <a:off x="8521177" y="3619250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6" y="24984"/>
                    </a:moveTo>
                    <a:lnTo>
                      <a:pt x="173777" y="66786"/>
                    </a:lnTo>
                    <a:lnTo>
                      <a:pt x="131976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64" name="Google Shape;82;p6">
                <a:extLst>
                  <a:ext uri="{FF2B5EF4-FFF2-40B4-BE49-F238E27FC236}">
                    <a16:creationId xmlns:a16="http://schemas.microsoft.com/office/drawing/2014/main" id="{E3FFFB95-C064-4EDA-8D5E-E8A7B23E0C2E}"/>
                  </a:ext>
                </a:extLst>
              </p:cNvPr>
              <p:cNvSpPr/>
              <p:nvPr/>
            </p:nvSpPr>
            <p:spPr>
              <a:xfrm>
                <a:off x="8736620" y="3703622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5" y="24984"/>
                    </a:moveTo>
                    <a:lnTo>
                      <a:pt x="173777" y="66786"/>
                    </a:lnTo>
                    <a:lnTo>
                      <a:pt x="131975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65" name="Google Shape;83;p6">
                <a:extLst>
                  <a:ext uri="{FF2B5EF4-FFF2-40B4-BE49-F238E27FC236}">
                    <a16:creationId xmlns:a16="http://schemas.microsoft.com/office/drawing/2014/main" id="{765E9535-0DF6-469B-9DAC-B99CFD28A8A5}"/>
                  </a:ext>
                </a:extLst>
              </p:cNvPr>
              <p:cNvSpPr/>
              <p:nvPr/>
            </p:nvSpPr>
            <p:spPr>
              <a:xfrm>
                <a:off x="8952434" y="3787047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6" y="24984"/>
                    </a:moveTo>
                    <a:lnTo>
                      <a:pt x="173777" y="66786"/>
                    </a:lnTo>
                    <a:lnTo>
                      <a:pt x="131975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66" name="Google Shape;84;p6">
                <a:extLst>
                  <a:ext uri="{FF2B5EF4-FFF2-40B4-BE49-F238E27FC236}">
                    <a16:creationId xmlns:a16="http://schemas.microsoft.com/office/drawing/2014/main" id="{37E16495-3971-4935-8B1E-94050406744C}"/>
                  </a:ext>
                </a:extLst>
              </p:cNvPr>
              <p:cNvSpPr/>
              <p:nvPr/>
            </p:nvSpPr>
            <p:spPr>
              <a:xfrm>
                <a:off x="9598766" y="4040163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6" y="24984"/>
                    </a:moveTo>
                    <a:lnTo>
                      <a:pt x="173777" y="66786"/>
                    </a:lnTo>
                    <a:lnTo>
                      <a:pt x="131976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67" name="Google Shape;85;p6">
                <a:extLst>
                  <a:ext uri="{FF2B5EF4-FFF2-40B4-BE49-F238E27FC236}">
                    <a16:creationId xmlns:a16="http://schemas.microsoft.com/office/drawing/2014/main" id="{99616458-00FF-4FF6-BA7E-5D7BE23E65CB}"/>
                  </a:ext>
                </a:extLst>
              </p:cNvPr>
              <p:cNvSpPr/>
              <p:nvPr/>
            </p:nvSpPr>
            <p:spPr>
              <a:xfrm>
                <a:off x="9814210" y="4124535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5" y="24984"/>
                    </a:moveTo>
                    <a:lnTo>
                      <a:pt x="173777" y="66786"/>
                    </a:lnTo>
                    <a:lnTo>
                      <a:pt x="131975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68" name="Google Shape;86;p6">
                <a:extLst>
                  <a:ext uri="{FF2B5EF4-FFF2-40B4-BE49-F238E27FC236}">
                    <a16:creationId xmlns:a16="http://schemas.microsoft.com/office/drawing/2014/main" id="{C5B07C08-42DF-44F9-9CAF-6E3620087ABD}"/>
                  </a:ext>
                </a:extLst>
              </p:cNvPr>
              <p:cNvSpPr/>
              <p:nvPr/>
            </p:nvSpPr>
            <p:spPr>
              <a:xfrm>
                <a:off x="9960191" y="4215738"/>
                <a:ext cx="294813" cy="406637"/>
              </a:xfrm>
              <a:custGeom>
                <a:avLst/>
                <a:gdLst/>
                <a:ahLst/>
                <a:cxnLst/>
                <a:rect l="l" t="t" r="r" b="b"/>
                <a:pathLst>
                  <a:path w="248602" h="342900" extrusionOk="0">
                    <a:moveTo>
                      <a:pt x="125587" y="19288"/>
                    </a:moveTo>
                    <a:lnTo>
                      <a:pt x="83582" y="125587"/>
                    </a:lnTo>
                    <a:lnTo>
                      <a:pt x="19288" y="290179"/>
                    </a:lnTo>
                    <a:lnTo>
                      <a:pt x="126444" y="331327"/>
                    </a:lnTo>
                    <a:lnTo>
                      <a:pt x="190738" y="167592"/>
                    </a:lnTo>
                    <a:lnTo>
                      <a:pt x="231886" y="60436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69" name="Google Shape;87;p6">
                <a:extLst>
                  <a:ext uri="{FF2B5EF4-FFF2-40B4-BE49-F238E27FC236}">
                    <a16:creationId xmlns:a16="http://schemas.microsoft.com/office/drawing/2014/main" id="{1C466B00-53B9-4B3C-9E9B-F9631AD9FB9D}"/>
                  </a:ext>
                </a:extLst>
              </p:cNvPr>
              <p:cNvSpPr/>
              <p:nvPr/>
            </p:nvSpPr>
            <p:spPr>
              <a:xfrm>
                <a:off x="8166439" y="3256439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6" y="24984"/>
                    </a:moveTo>
                    <a:lnTo>
                      <a:pt x="173777" y="66786"/>
                    </a:lnTo>
                    <a:lnTo>
                      <a:pt x="131975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70" name="Google Shape;88;p6">
                <a:extLst>
                  <a:ext uri="{FF2B5EF4-FFF2-40B4-BE49-F238E27FC236}">
                    <a16:creationId xmlns:a16="http://schemas.microsoft.com/office/drawing/2014/main" id="{C6A8471E-E599-4C39-A0FF-8A6F49C3E76A}"/>
                  </a:ext>
                </a:extLst>
              </p:cNvPr>
              <p:cNvSpPr/>
              <p:nvPr/>
            </p:nvSpPr>
            <p:spPr>
              <a:xfrm>
                <a:off x="8381882" y="3340811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6" y="24984"/>
                    </a:moveTo>
                    <a:lnTo>
                      <a:pt x="173777" y="66786"/>
                    </a:lnTo>
                    <a:lnTo>
                      <a:pt x="131976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71" name="Google Shape;89;p6">
                <a:extLst>
                  <a:ext uri="{FF2B5EF4-FFF2-40B4-BE49-F238E27FC236}">
                    <a16:creationId xmlns:a16="http://schemas.microsoft.com/office/drawing/2014/main" id="{166B7C86-A0F4-4FD0-9E3E-709D3E7B1FE9}"/>
                  </a:ext>
                </a:extLst>
              </p:cNvPr>
              <p:cNvSpPr/>
              <p:nvPr/>
            </p:nvSpPr>
            <p:spPr>
              <a:xfrm>
                <a:off x="8597327" y="3425184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6" y="24984"/>
                    </a:moveTo>
                    <a:lnTo>
                      <a:pt x="173777" y="66786"/>
                    </a:lnTo>
                    <a:lnTo>
                      <a:pt x="131976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72" name="Google Shape;90;p6">
                <a:extLst>
                  <a:ext uri="{FF2B5EF4-FFF2-40B4-BE49-F238E27FC236}">
                    <a16:creationId xmlns:a16="http://schemas.microsoft.com/office/drawing/2014/main" id="{3F4C1F65-E903-4C8B-BBC9-C14E53F8A466}"/>
                  </a:ext>
                </a:extLst>
              </p:cNvPr>
              <p:cNvSpPr/>
              <p:nvPr/>
            </p:nvSpPr>
            <p:spPr>
              <a:xfrm>
                <a:off x="8813140" y="3508609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5" y="24984"/>
                    </a:moveTo>
                    <a:lnTo>
                      <a:pt x="173777" y="66786"/>
                    </a:lnTo>
                    <a:lnTo>
                      <a:pt x="131975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73" name="Google Shape;91;p6">
                <a:extLst>
                  <a:ext uri="{FF2B5EF4-FFF2-40B4-BE49-F238E27FC236}">
                    <a16:creationId xmlns:a16="http://schemas.microsoft.com/office/drawing/2014/main" id="{FF828AEB-2581-423F-AAA4-28A0D24C7B9B}"/>
                  </a:ext>
                </a:extLst>
              </p:cNvPr>
              <p:cNvSpPr/>
              <p:nvPr/>
            </p:nvSpPr>
            <p:spPr>
              <a:xfrm>
                <a:off x="9028585" y="3592980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6" y="24984"/>
                    </a:moveTo>
                    <a:lnTo>
                      <a:pt x="173777" y="66786"/>
                    </a:lnTo>
                    <a:lnTo>
                      <a:pt x="131975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74" name="Google Shape;92;p6">
                <a:extLst>
                  <a:ext uri="{FF2B5EF4-FFF2-40B4-BE49-F238E27FC236}">
                    <a16:creationId xmlns:a16="http://schemas.microsoft.com/office/drawing/2014/main" id="{68329874-7FD8-4F4F-8104-673140F5C89B}"/>
                  </a:ext>
                </a:extLst>
              </p:cNvPr>
              <p:cNvSpPr/>
              <p:nvPr/>
            </p:nvSpPr>
            <p:spPr>
              <a:xfrm>
                <a:off x="9244029" y="3677352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6" y="24984"/>
                    </a:moveTo>
                    <a:lnTo>
                      <a:pt x="173777" y="66786"/>
                    </a:lnTo>
                    <a:lnTo>
                      <a:pt x="131975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75" name="Google Shape;93;p6">
                <a:extLst>
                  <a:ext uri="{FF2B5EF4-FFF2-40B4-BE49-F238E27FC236}">
                    <a16:creationId xmlns:a16="http://schemas.microsoft.com/office/drawing/2014/main" id="{1EB4BDCD-BBAC-4192-A0DA-E66780BAAA95}"/>
                  </a:ext>
                </a:extLst>
              </p:cNvPr>
              <p:cNvSpPr/>
              <p:nvPr/>
            </p:nvSpPr>
            <p:spPr>
              <a:xfrm>
                <a:off x="9174364" y="3768437"/>
                <a:ext cx="508297" cy="416804"/>
              </a:xfrm>
              <a:custGeom>
                <a:avLst/>
                <a:gdLst/>
                <a:ahLst/>
                <a:cxnLst/>
                <a:rect l="l" t="t" r="r" b="b"/>
                <a:pathLst>
                  <a:path w="428625" h="351472" extrusionOk="0">
                    <a:moveTo>
                      <a:pt x="307324" y="19288"/>
                    </a:moveTo>
                    <a:lnTo>
                      <a:pt x="243030" y="183023"/>
                    </a:lnTo>
                    <a:lnTo>
                      <a:pt x="168450" y="153876"/>
                    </a:lnTo>
                    <a:lnTo>
                      <a:pt x="61294" y="112728"/>
                    </a:lnTo>
                    <a:lnTo>
                      <a:pt x="19288" y="219027"/>
                    </a:lnTo>
                    <a:lnTo>
                      <a:pt x="126444" y="261033"/>
                    </a:lnTo>
                    <a:lnTo>
                      <a:pt x="201025" y="290179"/>
                    </a:lnTo>
                    <a:lnTo>
                      <a:pt x="308181" y="332184"/>
                    </a:lnTo>
                    <a:lnTo>
                      <a:pt x="350186" y="225028"/>
                    </a:lnTo>
                    <a:lnTo>
                      <a:pt x="413623" y="61293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76" name="Google Shape;94;p6">
                <a:extLst>
                  <a:ext uri="{FF2B5EF4-FFF2-40B4-BE49-F238E27FC236}">
                    <a16:creationId xmlns:a16="http://schemas.microsoft.com/office/drawing/2014/main" id="{42B80021-C52C-4D73-9E58-ADCB0B73DF8C}"/>
                  </a:ext>
                </a:extLst>
              </p:cNvPr>
              <p:cNvSpPr/>
              <p:nvPr/>
            </p:nvSpPr>
            <p:spPr>
              <a:xfrm>
                <a:off x="9674916" y="3846096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6" y="24984"/>
                    </a:moveTo>
                    <a:lnTo>
                      <a:pt x="173777" y="66786"/>
                    </a:lnTo>
                    <a:lnTo>
                      <a:pt x="131976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77" name="Google Shape;95;p6">
                <a:extLst>
                  <a:ext uri="{FF2B5EF4-FFF2-40B4-BE49-F238E27FC236}">
                    <a16:creationId xmlns:a16="http://schemas.microsoft.com/office/drawing/2014/main" id="{29367074-9679-4B00-971C-07D9CA74D8B4}"/>
                  </a:ext>
                </a:extLst>
              </p:cNvPr>
              <p:cNvSpPr/>
              <p:nvPr/>
            </p:nvSpPr>
            <p:spPr>
              <a:xfrm>
                <a:off x="9890362" y="3930467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5" y="24984"/>
                    </a:moveTo>
                    <a:lnTo>
                      <a:pt x="173777" y="66786"/>
                    </a:lnTo>
                    <a:lnTo>
                      <a:pt x="131975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78" name="Google Shape;96;p6">
                <a:extLst>
                  <a:ext uri="{FF2B5EF4-FFF2-40B4-BE49-F238E27FC236}">
                    <a16:creationId xmlns:a16="http://schemas.microsoft.com/office/drawing/2014/main" id="{FC767446-98B1-46DD-8BBC-B4DE2F9EE171}"/>
                  </a:ext>
                </a:extLst>
              </p:cNvPr>
              <p:cNvSpPr/>
              <p:nvPr/>
            </p:nvSpPr>
            <p:spPr>
              <a:xfrm>
                <a:off x="10106175" y="4013893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6" y="24984"/>
                    </a:moveTo>
                    <a:lnTo>
                      <a:pt x="173777" y="66786"/>
                    </a:lnTo>
                    <a:lnTo>
                      <a:pt x="131975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79" name="Google Shape;97;p6">
                <a:extLst>
                  <a:ext uri="{FF2B5EF4-FFF2-40B4-BE49-F238E27FC236}">
                    <a16:creationId xmlns:a16="http://schemas.microsoft.com/office/drawing/2014/main" id="{116B3FC2-C2CC-4DEB-AFDD-B795EC0A7E8F}"/>
                  </a:ext>
                </a:extLst>
              </p:cNvPr>
              <p:cNvSpPr/>
              <p:nvPr/>
            </p:nvSpPr>
            <p:spPr>
              <a:xfrm>
                <a:off x="8249263" y="3069021"/>
                <a:ext cx="437136" cy="304978"/>
              </a:xfrm>
              <a:custGeom>
                <a:avLst/>
                <a:gdLst/>
                <a:ahLst/>
                <a:cxnLst/>
                <a:rect l="l" t="t" r="r" b="b"/>
                <a:pathLst>
                  <a:path w="368617" h="257175" extrusionOk="0">
                    <a:moveTo>
                      <a:pt x="243030" y="90440"/>
                    </a:moveTo>
                    <a:lnTo>
                      <a:pt x="61294" y="19288"/>
                    </a:lnTo>
                    <a:lnTo>
                      <a:pt x="19288" y="126444"/>
                    </a:lnTo>
                    <a:lnTo>
                      <a:pt x="201025" y="197596"/>
                    </a:lnTo>
                    <a:lnTo>
                      <a:pt x="308181" y="238744"/>
                    </a:lnTo>
                    <a:lnTo>
                      <a:pt x="349329" y="13244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80" name="Google Shape;98;p6">
                <a:extLst>
                  <a:ext uri="{FF2B5EF4-FFF2-40B4-BE49-F238E27FC236}">
                    <a16:creationId xmlns:a16="http://schemas.microsoft.com/office/drawing/2014/main" id="{B37D5343-71FD-4EEC-BFB2-7097BBB6FADD}"/>
                  </a:ext>
                </a:extLst>
              </p:cNvPr>
              <p:cNvSpPr/>
              <p:nvPr/>
            </p:nvSpPr>
            <p:spPr>
              <a:xfrm>
                <a:off x="8673848" y="3230169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6" y="24984"/>
                    </a:moveTo>
                    <a:lnTo>
                      <a:pt x="173777" y="66786"/>
                    </a:lnTo>
                    <a:lnTo>
                      <a:pt x="131976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81" name="Google Shape;99;p6">
                <a:extLst>
                  <a:ext uri="{FF2B5EF4-FFF2-40B4-BE49-F238E27FC236}">
                    <a16:creationId xmlns:a16="http://schemas.microsoft.com/office/drawing/2014/main" id="{DF945D80-C6F8-4D3F-99FF-137C6C45E1EB}"/>
                  </a:ext>
                </a:extLst>
              </p:cNvPr>
              <p:cNvSpPr/>
              <p:nvPr/>
            </p:nvSpPr>
            <p:spPr>
              <a:xfrm>
                <a:off x="8889291" y="3314541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5" y="24984"/>
                    </a:moveTo>
                    <a:lnTo>
                      <a:pt x="173777" y="66786"/>
                    </a:lnTo>
                    <a:lnTo>
                      <a:pt x="131975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82" name="Google Shape;100;p6">
                <a:extLst>
                  <a:ext uri="{FF2B5EF4-FFF2-40B4-BE49-F238E27FC236}">
                    <a16:creationId xmlns:a16="http://schemas.microsoft.com/office/drawing/2014/main" id="{B6FF111F-B0BD-4341-9108-D68FCA3AE5C2}"/>
                  </a:ext>
                </a:extLst>
              </p:cNvPr>
              <p:cNvSpPr/>
              <p:nvPr/>
            </p:nvSpPr>
            <p:spPr>
              <a:xfrm>
                <a:off x="9103788" y="3398543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6" y="24984"/>
                    </a:moveTo>
                    <a:lnTo>
                      <a:pt x="173777" y="66786"/>
                    </a:lnTo>
                    <a:lnTo>
                      <a:pt x="131976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83" name="Google Shape;101;p6">
                <a:extLst>
                  <a:ext uri="{FF2B5EF4-FFF2-40B4-BE49-F238E27FC236}">
                    <a16:creationId xmlns:a16="http://schemas.microsoft.com/office/drawing/2014/main" id="{857BB367-ED87-4806-840C-90805AE1D8FE}"/>
                  </a:ext>
                </a:extLst>
              </p:cNvPr>
              <p:cNvSpPr/>
              <p:nvPr/>
            </p:nvSpPr>
            <p:spPr>
              <a:xfrm>
                <a:off x="9319232" y="3482916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6" y="24984"/>
                    </a:moveTo>
                    <a:lnTo>
                      <a:pt x="173777" y="66786"/>
                    </a:lnTo>
                    <a:lnTo>
                      <a:pt x="131976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84" name="Google Shape;102;p6">
                <a:extLst>
                  <a:ext uri="{FF2B5EF4-FFF2-40B4-BE49-F238E27FC236}">
                    <a16:creationId xmlns:a16="http://schemas.microsoft.com/office/drawing/2014/main" id="{F710EB22-C8D9-4B8E-8630-8EF556B3AA12}"/>
                  </a:ext>
                </a:extLst>
              </p:cNvPr>
              <p:cNvSpPr/>
              <p:nvPr/>
            </p:nvSpPr>
            <p:spPr>
              <a:xfrm>
                <a:off x="9534677" y="3567286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5" y="24984"/>
                    </a:moveTo>
                    <a:lnTo>
                      <a:pt x="173777" y="66786"/>
                    </a:lnTo>
                    <a:lnTo>
                      <a:pt x="131975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85" name="Google Shape;103;p6">
                <a:extLst>
                  <a:ext uri="{FF2B5EF4-FFF2-40B4-BE49-F238E27FC236}">
                    <a16:creationId xmlns:a16="http://schemas.microsoft.com/office/drawing/2014/main" id="{DD72C5C4-599B-41A6-B4E1-D5A015F53E0E}"/>
                  </a:ext>
                </a:extLst>
              </p:cNvPr>
              <p:cNvSpPr/>
              <p:nvPr/>
            </p:nvSpPr>
            <p:spPr>
              <a:xfrm>
                <a:off x="9750120" y="3651659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6" y="24984"/>
                    </a:moveTo>
                    <a:lnTo>
                      <a:pt x="173777" y="66786"/>
                    </a:lnTo>
                    <a:lnTo>
                      <a:pt x="131975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86" name="Google Shape;104;p6">
                <a:extLst>
                  <a:ext uri="{FF2B5EF4-FFF2-40B4-BE49-F238E27FC236}">
                    <a16:creationId xmlns:a16="http://schemas.microsoft.com/office/drawing/2014/main" id="{D2255F7B-3BB7-4A07-8946-2163B960550A}"/>
                  </a:ext>
                </a:extLst>
              </p:cNvPr>
              <p:cNvSpPr/>
              <p:nvPr/>
            </p:nvSpPr>
            <p:spPr>
              <a:xfrm>
                <a:off x="9965934" y="3735084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6" y="24984"/>
                    </a:moveTo>
                    <a:lnTo>
                      <a:pt x="173777" y="66786"/>
                    </a:lnTo>
                    <a:lnTo>
                      <a:pt x="131975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87" name="Google Shape;105;p6">
                <a:extLst>
                  <a:ext uri="{FF2B5EF4-FFF2-40B4-BE49-F238E27FC236}">
                    <a16:creationId xmlns:a16="http://schemas.microsoft.com/office/drawing/2014/main" id="{7040BD3D-9833-418C-BAC8-83E3B4EB7153}"/>
                  </a:ext>
                </a:extLst>
              </p:cNvPr>
              <p:cNvSpPr/>
              <p:nvPr/>
            </p:nvSpPr>
            <p:spPr>
              <a:xfrm>
                <a:off x="10181377" y="3819456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6" y="24984"/>
                    </a:moveTo>
                    <a:lnTo>
                      <a:pt x="173777" y="66786"/>
                    </a:lnTo>
                    <a:lnTo>
                      <a:pt x="131976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88" name="Google Shape;106;p6">
                <a:extLst>
                  <a:ext uri="{FF2B5EF4-FFF2-40B4-BE49-F238E27FC236}">
                    <a16:creationId xmlns:a16="http://schemas.microsoft.com/office/drawing/2014/main" id="{D2DF3654-7A55-4708-847C-17E469F2AA8E}"/>
                  </a:ext>
                </a:extLst>
              </p:cNvPr>
              <p:cNvSpPr/>
              <p:nvPr/>
            </p:nvSpPr>
            <p:spPr>
              <a:xfrm>
                <a:off x="8317793" y="2867935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6" y="24984"/>
                    </a:moveTo>
                    <a:lnTo>
                      <a:pt x="173777" y="66786"/>
                    </a:lnTo>
                    <a:lnTo>
                      <a:pt x="131976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89" name="Google Shape;107;p6">
                <a:extLst>
                  <a:ext uri="{FF2B5EF4-FFF2-40B4-BE49-F238E27FC236}">
                    <a16:creationId xmlns:a16="http://schemas.microsoft.com/office/drawing/2014/main" id="{30F4C54F-5DC9-487A-B0A9-F06EC57D3379}"/>
                  </a:ext>
                </a:extLst>
              </p:cNvPr>
              <p:cNvSpPr/>
              <p:nvPr/>
            </p:nvSpPr>
            <p:spPr>
              <a:xfrm>
                <a:off x="8533607" y="2951360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5" y="24984"/>
                    </a:moveTo>
                    <a:lnTo>
                      <a:pt x="173777" y="66786"/>
                    </a:lnTo>
                    <a:lnTo>
                      <a:pt x="131975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90" name="Google Shape;108;p6">
                <a:extLst>
                  <a:ext uri="{FF2B5EF4-FFF2-40B4-BE49-F238E27FC236}">
                    <a16:creationId xmlns:a16="http://schemas.microsoft.com/office/drawing/2014/main" id="{24537C91-E47C-408E-B945-E631C7562A48}"/>
                  </a:ext>
                </a:extLst>
              </p:cNvPr>
              <p:cNvSpPr/>
              <p:nvPr/>
            </p:nvSpPr>
            <p:spPr>
              <a:xfrm>
                <a:off x="8749050" y="3035732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6" y="24984"/>
                    </a:moveTo>
                    <a:lnTo>
                      <a:pt x="173777" y="66786"/>
                    </a:lnTo>
                    <a:lnTo>
                      <a:pt x="131975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91" name="Google Shape;109;p6">
                <a:extLst>
                  <a:ext uri="{FF2B5EF4-FFF2-40B4-BE49-F238E27FC236}">
                    <a16:creationId xmlns:a16="http://schemas.microsoft.com/office/drawing/2014/main" id="{6284EE2A-08A3-433F-878E-7E849DD9D2F6}"/>
                  </a:ext>
                </a:extLst>
              </p:cNvPr>
              <p:cNvSpPr/>
              <p:nvPr/>
            </p:nvSpPr>
            <p:spPr>
              <a:xfrm>
                <a:off x="8964495" y="3120105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6" y="24984"/>
                    </a:moveTo>
                    <a:lnTo>
                      <a:pt x="173777" y="66786"/>
                    </a:lnTo>
                    <a:lnTo>
                      <a:pt x="131975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92" name="Google Shape;110;p6">
                <a:extLst>
                  <a:ext uri="{FF2B5EF4-FFF2-40B4-BE49-F238E27FC236}">
                    <a16:creationId xmlns:a16="http://schemas.microsoft.com/office/drawing/2014/main" id="{BA83DDC5-CC3C-42D3-8FDE-E8123A5A6CF5}"/>
                  </a:ext>
                </a:extLst>
              </p:cNvPr>
              <p:cNvSpPr/>
              <p:nvPr/>
            </p:nvSpPr>
            <p:spPr>
              <a:xfrm>
                <a:off x="9179939" y="3204477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6" y="24984"/>
                    </a:moveTo>
                    <a:lnTo>
                      <a:pt x="173777" y="66786"/>
                    </a:lnTo>
                    <a:lnTo>
                      <a:pt x="131976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93" name="Google Shape;111;p6">
                <a:extLst>
                  <a:ext uri="{FF2B5EF4-FFF2-40B4-BE49-F238E27FC236}">
                    <a16:creationId xmlns:a16="http://schemas.microsoft.com/office/drawing/2014/main" id="{05B90C42-978B-4952-BA53-A92DA9BE0261}"/>
                  </a:ext>
                </a:extLst>
              </p:cNvPr>
              <p:cNvSpPr/>
              <p:nvPr/>
            </p:nvSpPr>
            <p:spPr>
              <a:xfrm>
                <a:off x="9395382" y="3288848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6" y="24984"/>
                    </a:moveTo>
                    <a:lnTo>
                      <a:pt x="173777" y="66786"/>
                    </a:lnTo>
                    <a:lnTo>
                      <a:pt x="131976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94" name="Google Shape;112;p6">
                <a:extLst>
                  <a:ext uri="{FF2B5EF4-FFF2-40B4-BE49-F238E27FC236}">
                    <a16:creationId xmlns:a16="http://schemas.microsoft.com/office/drawing/2014/main" id="{AC56AA0A-9A0F-4488-9237-AA77D027AFA2}"/>
                  </a:ext>
                </a:extLst>
              </p:cNvPr>
              <p:cNvSpPr/>
              <p:nvPr/>
            </p:nvSpPr>
            <p:spPr>
              <a:xfrm>
                <a:off x="9610827" y="3373220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5" y="24984"/>
                    </a:moveTo>
                    <a:lnTo>
                      <a:pt x="173777" y="66786"/>
                    </a:lnTo>
                    <a:lnTo>
                      <a:pt x="131975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95" name="Google Shape;113;p6">
                <a:extLst>
                  <a:ext uri="{FF2B5EF4-FFF2-40B4-BE49-F238E27FC236}">
                    <a16:creationId xmlns:a16="http://schemas.microsoft.com/office/drawing/2014/main" id="{76441E89-819F-4C63-8A66-461EA331AA28}"/>
                  </a:ext>
                </a:extLst>
              </p:cNvPr>
              <p:cNvSpPr/>
              <p:nvPr/>
            </p:nvSpPr>
            <p:spPr>
              <a:xfrm>
                <a:off x="9826640" y="3456645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6" y="24984"/>
                    </a:moveTo>
                    <a:lnTo>
                      <a:pt x="173777" y="66786"/>
                    </a:lnTo>
                    <a:lnTo>
                      <a:pt x="131975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96" name="Google Shape;114;p6">
                <a:extLst>
                  <a:ext uri="{FF2B5EF4-FFF2-40B4-BE49-F238E27FC236}">
                    <a16:creationId xmlns:a16="http://schemas.microsoft.com/office/drawing/2014/main" id="{940DCEAC-8288-4F4D-9048-C10D2FFEA043}"/>
                  </a:ext>
                </a:extLst>
              </p:cNvPr>
              <p:cNvSpPr/>
              <p:nvPr/>
            </p:nvSpPr>
            <p:spPr>
              <a:xfrm>
                <a:off x="10042085" y="3541018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6" y="24984"/>
                    </a:moveTo>
                    <a:lnTo>
                      <a:pt x="173777" y="66786"/>
                    </a:lnTo>
                    <a:lnTo>
                      <a:pt x="131975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97" name="Google Shape;115;p6">
                <a:extLst>
                  <a:ext uri="{FF2B5EF4-FFF2-40B4-BE49-F238E27FC236}">
                    <a16:creationId xmlns:a16="http://schemas.microsoft.com/office/drawing/2014/main" id="{1DC38D2F-DCAB-4C98-A7E0-50A842EF409F}"/>
                  </a:ext>
                </a:extLst>
              </p:cNvPr>
              <p:cNvSpPr/>
              <p:nvPr/>
            </p:nvSpPr>
            <p:spPr>
              <a:xfrm>
                <a:off x="10257528" y="3625388"/>
                <a:ext cx="233817" cy="233817"/>
              </a:xfrm>
              <a:custGeom>
                <a:avLst/>
                <a:gdLst/>
                <a:ahLst/>
                <a:cxnLst/>
                <a:rect l="l" t="t" r="r" b="b"/>
                <a:pathLst>
                  <a:path w="197167" h="197167" extrusionOk="0">
                    <a:moveTo>
                      <a:pt x="66786" y="24984"/>
                    </a:moveTo>
                    <a:lnTo>
                      <a:pt x="173777" y="66786"/>
                    </a:lnTo>
                    <a:lnTo>
                      <a:pt x="131976" y="173777"/>
                    </a:lnTo>
                    <a:lnTo>
                      <a:pt x="24984" y="13197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</p:grpSp>
        <p:grpSp>
          <p:nvGrpSpPr>
            <p:cNvPr id="21" name="Группа 20">
              <a:extLst>
                <a:ext uri="{FF2B5EF4-FFF2-40B4-BE49-F238E27FC236}">
                  <a16:creationId xmlns:a16="http://schemas.microsoft.com/office/drawing/2014/main" id="{1A82236F-657F-45CF-8237-0E8F665FD2B3}"/>
                </a:ext>
              </a:extLst>
            </p:cNvPr>
            <p:cNvGrpSpPr/>
            <p:nvPr/>
          </p:nvGrpSpPr>
          <p:grpSpPr>
            <a:xfrm rot="120000">
              <a:off x="6259928" y="4383681"/>
              <a:ext cx="1362236" cy="1646882"/>
              <a:chOff x="6074184" y="4326529"/>
              <a:chExt cx="1362236" cy="1646882"/>
            </a:xfrm>
          </p:grpSpPr>
          <p:sp>
            <p:nvSpPr>
              <p:cNvPr id="42" name="Google Shape;132;p6">
                <a:extLst>
                  <a:ext uri="{FF2B5EF4-FFF2-40B4-BE49-F238E27FC236}">
                    <a16:creationId xmlns:a16="http://schemas.microsoft.com/office/drawing/2014/main" id="{F8D7DCBF-9C67-403F-AE46-DFE86960A97C}"/>
                  </a:ext>
                </a:extLst>
              </p:cNvPr>
              <p:cNvSpPr/>
              <p:nvPr/>
            </p:nvSpPr>
            <p:spPr>
              <a:xfrm>
                <a:off x="6074184" y="4326529"/>
                <a:ext cx="1362236" cy="1646882"/>
              </a:xfrm>
              <a:custGeom>
                <a:avLst/>
                <a:gdLst/>
                <a:ahLst/>
                <a:cxnLst/>
                <a:rect l="l" t="t" r="r" b="b"/>
                <a:pathLst>
                  <a:path w="1148715" h="1388745" extrusionOk="0">
                    <a:moveTo>
                      <a:pt x="288376" y="23117"/>
                    </a:moveTo>
                    <a:lnTo>
                      <a:pt x="1132206" y="216974"/>
                    </a:lnTo>
                    <a:lnTo>
                      <a:pt x="866948" y="1371602"/>
                    </a:lnTo>
                    <a:lnTo>
                      <a:pt x="23117" y="1177744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43" name="Google Shape;133;p6">
                <a:extLst>
                  <a:ext uri="{FF2B5EF4-FFF2-40B4-BE49-F238E27FC236}">
                    <a16:creationId xmlns:a16="http://schemas.microsoft.com/office/drawing/2014/main" id="{6D889E8C-AD11-4F19-AE80-5BEAFCB87DEC}"/>
                  </a:ext>
                </a:extLst>
              </p:cNvPr>
              <p:cNvSpPr/>
              <p:nvPr/>
            </p:nvSpPr>
            <p:spPr>
              <a:xfrm>
                <a:off x="6501783" y="4610452"/>
                <a:ext cx="315145" cy="315145"/>
              </a:xfrm>
              <a:custGeom>
                <a:avLst/>
                <a:gdLst/>
                <a:ahLst/>
                <a:cxnLst/>
                <a:rect l="l" t="t" r="r" b="b"/>
                <a:pathLst>
                  <a:path w="265747" h="265747" extrusionOk="0">
                    <a:moveTo>
                      <a:pt x="64384" y="23117"/>
                    </a:moveTo>
                    <a:lnTo>
                      <a:pt x="244011" y="64384"/>
                    </a:lnTo>
                    <a:lnTo>
                      <a:pt x="202744" y="244011"/>
                    </a:lnTo>
                    <a:lnTo>
                      <a:pt x="23117" y="202744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44" name="Google Shape;134;p6">
                <a:extLst>
                  <a:ext uri="{FF2B5EF4-FFF2-40B4-BE49-F238E27FC236}">
                    <a16:creationId xmlns:a16="http://schemas.microsoft.com/office/drawing/2014/main" id="{5DD3B4AD-5623-46A0-A4C3-AAB695DBDD31}"/>
                  </a:ext>
                </a:extLst>
              </p:cNvPr>
              <p:cNvSpPr/>
              <p:nvPr/>
            </p:nvSpPr>
            <p:spPr>
              <a:xfrm>
                <a:off x="6468191" y="5003599"/>
                <a:ext cx="609956" cy="172822"/>
              </a:xfrm>
              <a:custGeom>
                <a:avLst/>
                <a:gdLst/>
                <a:ahLst/>
                <a:cxnLst/>
                <a:rect l="l" t="t" r="r" b="b"/>
                <a:pathLst>
                  <a:path w="514350" h="145732" extrusionOk="0">
                    <a:moveTo>
                      <a:pt x="19288" y="19288"/>
                    </a:moveTo>
                    <a:lnTo>
                      <a:pt x="497634" y="129016"/>
                    </a:lnTo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45" name="Google Shape;135;p6">
                <a:extLst>
                  <a:ext uri="{FF2B5EF4-FFF2-40B4-BE49-F238E27FC236}">
                    <a16:creationId xmlns:a16="http://schemas.microsoft.com/office/drawing/2014/main" id="{49FE4385-99DA-4D97-8D7C-20E37A016C98}"/>
                  </a:ext>
                </a:extLst>
              </p:cNvPr>
              <p:cNvSpPr/>
              <p:nvPr/>
            </p:nvSpPr>
            <p:spPr>
              <a:xfrm>
                <a:off x="6438710" y="5131689"/>
                <a:ext cx="609956" cy="172822"/>
              </a:xfrm>
              <a:custGeom>
                <a:avLst/>
                <a:gdLst/>
                <a:ahLst/>
                <a:cxnLst/>
                <a:rect l="l" t="t" r="r" b="b"/>
                <a:pathLst>
                  <a:path w="514350" h="145732" extrusionOk="0">
                    <a:moveTo>
                      <a:pt x="19288" y="19288"/>
                    </a:moveTo>
                    <a:lnTo>
                      <a:pt x="497634" y="129016"/>
                    </a:lnTo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46" name="Google Shape;136;p6">
                <a:extLst>
                  <a:ext uri="{FF2B5EF4-FFF2-40B4-BE49-F238E27FC236}">
                    <a16:creationId xmlns:a16="http://schemas.microsoft.com/office/drawing/2014/main" id="{139B7261-42EF-4724-9924-F8A0021BE681}"/>
                  </a:ext>
                </a:extLst>
              </p:cNvPr>
              <p:cNvSpPr/>
              <p:nvPr/>
            </p:nvSpPr>
            <p:spPr>
              <a:xfrm>
                <a:off x="6409229" y="5258763"/>
                <a:ext cx="609956" cy="172822"/>
              </a:xfrm>
              <a:custGeom>
                <a:avLst/>
                <a:gdLst/>
                <a:ahLst/>
                <a:cxnLst/>
                <a:rect l="l" t="t" r="r" b="b"/>
                <a:pathLst>
                  <a:path w="514350" h="145732" extrusionOk="0">
                    <a:moveTo>
                      <a:pt x="19288" y="19288"/>
                    </a:moveTo>
                    <a:lnTo>
                      <a:pt x="497634" y="129873"/>
                    </a:lnTo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47" name="Google Shape;137;p6">
                <a:extLst>
                  <a:ext uri="{FF2B5EF4-FFF2-40B4-BE49-F238E27FC236}">
                    <a16:creationId xmlns:a16="http://schemas.microsoft.com/office/drawing/2014/main" id="{334F83B1-A7B4-4FAC-8552-FD60C581432A}"/>
                  </a:ext>
                </a:extLst>
              </p:cNvPr>
              <p:cNvSpPr/>
              <p:nvPr/>
            </p:nvSpPr>
            <p:spPr>
              <a:xfrm>
                <a:off x="6379747" y="5386854"/>
                <a:ext cx="609956" cy="172822"/>
              </a:xfrm>
              <a:custGeom>
                <a:avLst/>
                <a:gdLst/>
                <a:ahLst/>
                <a:cxnLst/>
                <a:rect l="l" t="t" r="r" b="b"/>
                <a:pathLst>
                  <a:path w="514350" h="145732" extrusionOk="0">
                    <a:moveTo>
                      <a:pt x="19288" y="19288"/>
                    </a:moveTo>
                    <a:lnTo>
                      <a:pt x="497634" y="129873"/>
                    </a:lnTo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48" name="Google Shape;138;p6">
                <a:extLst>
                  <a:ext uri="{FF2B5EF4-FFF2-40B4-BE49-F238E27FC236}">
                    <a16:creationId xmlns:a16="http://schemas.microsoft.com/office/drawing/2014/main" id="{6ACD26BB-0ED2-4BCE-8DF1-38732C744621}"/>
                  </a:ext>
                </a:extLst>
              </p:cNvPr>
              <p:cNvSpPr/>
              <p:nvPr/>
            </p:nvSpPr>
            <p:spPr>
              <a:xfrm>
                <a:off x="6350266" y="5514945"/>
                <a:ext cx="609956" cy="172822"/>
              </a:xfrm>
              <a:custGeom>
                <a:avLst/>
                <a:gdLst/>
                <a:ahLst/>
                <a:cxnLst/>
                <a:rect l="l" t="t" r="r" b="b"/>
                <a:pathLst>
                  <a:path w="514350" h="145732" extrusionOk="0">
                    <a:moveTo>
                      <a:pt x="19288" y="19288"/>
                    </a:moveTo>
                    <a:lnTo>
                      <a:pt x="497634" y="129016"/>
                    </a:lnTo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</p:grpSp>
        <p:grpSp>
          <p:nvGrpSpPr>
            <p:cNvPr id="22" name="Группа 21">
              <a:extLst>
                <a:ext uri="{FF2B5EF4-FFF2-40B4-BE49-F238E27FC236}">
                  <a16:creationId xmlns:a16="http://schemas.microsoft.com/office/drawing/2014/main" id="{844D052F-081D-4933-908B-2D72F6BF8D2F}"/>
                </a:ext>
              </a:extLst>
            </p:cNvPr>
            <p:cNvGrpSpPr/>
            <p:nvPr/>
          </p:nvGrpSpPr>
          <p:grpSpPr>
            <a:xfrm>
              <a:off x="10141181" y="4488434"/>
              <a:ext cx="1890730" cy="2023022"/>
              <a:chOff x="10250365" y="4461138"/>
              <a:chExt cx="1890730" cy="2023022"/>
            </a:xfrm>
          </p:grpSpPr>
          <p:sp>
            <p:nvSpPr>
              <p:cNvPr id="37" name="Google Shape;139;p6">
                <a:extLst>
                  <a:ext uri="{FF2B5EF4-FFF2-40B4-BE49-F238E27FC236}">
                    <a16:creationId xmlns:a16="http://schemas.microsoft.com/office/drawing/2014/main" id="{D21E4647-ED5A-450B-8706-7F7E9C56607E}"/>
                  </a:ext>
                </a:extLst>
              </p:cNvPr>
              <p:cNvSpPr/>
              <p:nvPr/>
            </p:nvSpPr>
            <p:spPr>
              <a:xfrm>
                <a:off x="10362055" y="4565946"/>
                <a:ext cx="1779040" cy="1890864"/>
              </a:xfrm>
              <a:custGeom>
                <a:avLst/>
                <a:gdLst/>
                <a:ahLst/>
                <a:cxnLst/>
                <a:rect l="l" t="t" r="r" b="b"/>
                <a:pathLst>
                  <a:path w="1500187" h="1594485" extrusionOk="0">
                    <a:moveTo>
                      <a:pt x="578853" y="25923"/>
                    </a:moveTo>
                    <a:lnTo>
                      <a:pt x="1481924" y="483534"/>
                    </a:lnTo>
                    <a:lnTo>
                      <a:pt x="928995" y="1574714"/>
                    </a:lnTo>
                    <a:lnTo>
                      <a:pt x="25923" y="1117103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38" name="Google Shape;140;p6">
                <a:extLst>
                  <a:ext uri="{FF2B5EF4-FFF2-40B4-BE49-F238E27FC236}">
                    <a16:creationId xmlns:a16="http://schemas.microsoft.com/office/drawing/2014/main" id="{5A03750B-EB57-4C92-8C8B-04764C5EC6A5}"/>
                  </a:ext>
                </a:extLst>
              </p:cNvPr>
              <p:cNvSpPr/>
              <p:nvPr/>
            </p:nvSpPr>
            <p:spPr>
              <a:xfrm>
                <a:off x="10250578" y="4461138"/>
                <a:ext cx="1850201" cy="2023022"/>
              </a:xfrm>
              <a:custGeom>
                <a:avLst/>
                <a:gdLst/>
                <a:ahLst/>
                <a:cxnLst/>
                <a:rect l="l" t="t" r="r" b="b"/>
                <a:pathLst>
                  <a:path w="1560195" h="1705927" extrusionOk="0">
                    <a:moveTo>
                      <a:pt x="634650" y="25923"/>
                    </a:moveTo>
                    <a:lnTo>
                      <a:pt x="1537721" y="483533"/>
                    </a:lnTo>
                    <a:lnTo>
                      <a:pt x="928995" y="1684825"/>
                    </a:lnTo>
                    <a:lnTo>
                      <a:pt x="25923" y="122721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39" name="Google Shape;141;p6">
                <a:extLst>
                  <a:ext uri="{FF2B5EF4-FFF2-40B4-BE49-F238E27FC236}">
                    <a16:creationId xmlns:a16="http://schemas.microsoft.com/office/drawing/2014/main" id="{DA367B1E-B08E-4ACA-BCA7-F4E516B57839}"/>
                  </a:ext>
                </a:extLst>
              </p:cNvPr>
              <p:cNvSpPr/>
              <p:nvPr/>
            </p:nvSpPr>
            <p:spPr>
              <a:xfrm>
                <a:off x="11081936" y="5279127"/>
                <a:ext cx="731948" cy="579459"/>
              </a:xfrm>
              <a:custGeom>
                <a:avLst/>
                <a:gdLst/>
                <a:ahLst/>
                <a:cxnLst/>
                <a:rect l="l" t="t" r="r" b="b"/>
                <a:pathLst>
                  <a:path w="617220" h="488632" extrusionOk="0">
                    <a:moveTo>
                      <a:pt x="130929" y="25923"/>
                    </a:moveTo>
                    <a:lnTo>
                      <a:pt x="596612" y="261897"/>
                    </a:lnTo>
                    <a:lnTo>
                      <a:pt x="491606" y="469121"/>
                    </a:lnTo>
                    <a:lnTo>
                      <a:pt x="25923" y="233148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40" name="Google Shape;142;p6">
                <a:extLst>
                  <a:ext uri="{FF2B5EF4-FFF2-40B4-BE49-F238E27FC236}">
                    <a16:creationId xmlns:a16="http://schemas.microsoft.com/office/drawing/2014/main" id="{C7477F57-2534-46CE-B0E4-13AA73A4C319}"/>
                  </a:ext>
                </a:extLst>
              </p:cNvPr>
              <p:cNvSpPr/>
              <p:nvPr/>
            </p:nvSpPr>
            <p:spPr>
              <a:xfrm>
                <a:off x="11675185" y="4835860"/>
                <a:ext cx="335477" cy="355808"/>
              </a:xfrm>
              <a:custGeom>
                <a:avLst/>
                <a:gdLst/>
                <a:ahLst/>
                <a:cxnLst/>
                <a:rect l="l" t="t" r="r" b="b"/>
                <a:pathLst>
                  <a:path w="282892" h="300037" extrusionOk="0">
                    <a:moveTo>
                      <a:pt x="171879" y="287607"/>
                    </a:moveTo>
                    <a:lnTo>
                      <a:pt x="113586" y="213884"/>
                    </a:lnTo>
                    <a:lnTo>
                      <a:pt x="19288" y="210455"/>
                    </a:lnTo>
                    <a:lnTo>
                      <a:pt x="117015" y="19288"/>
                    </a:lnTo>
                    <a:lnTo>
                      <a:pt x="268748" y="96441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41" name="Google Shape;143;p6">
                <a:extLst>
                  <a:ext uri="{FF2B5EF4-FFF2-40B4-BE49-F238E27FC236}">
                    <a16:creationId xmlns:a16="http://schemas.microsoft.com/office/drawing/2014/main" id="{0FF67A79-C836-4837-8E42-BD21A0D43FF4}"/>
                  </a:ext>
                </a:extLst>
              </p:cNvPr>
              <p:cNvSpPr/>
              <p:nvPr/>
            </p:nvSpPr>
            <p:spPr>
              <a:xfrm>
                <a:off x="10250365" y="4461482"/>
                <a:ext cx="925101" cy="1555389"/>
              </a:xfrm>
              <a:custGeom>
                <a:avLst/>
                <a:gdLst/>
                <a:ahLst/>
                <a:cxnLst/>
                <a:rect l="l" t="t" r="r" b="b"/>
                <a:pathLst>
                  <a:path w="780097" h="1311592" extrusionOk="0">
                    <a:moveTo>
                      <a:pt x="634650" y="25923"/>
                    </a:moveTo>
                    <a:lnTo>
                      <a:pt x="757761" y="88307"/>
                    </a:lnTo>
                    <a:lnTo>
                      <a:pt x="149034" y="1289599"/>
                    </a:lnTo>
                    <a:lnTo>
                      <a:pt x="25923" y="1227215"/>
                    </a:ln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</p:grpSp>
        <p:sp>
          <p:nvSpPr>
            <p:cNvPr id="23" name="Google Shape;144;p6">
              <a:extLst>
                <a:ext uri="{FF2B5EF4-FFF2-40B4-BE49-F238E27FC236}">
                  <a16:creationId xmlns:a16="http://schemas.microsoft.com/office/drawing/2014/main" id="{6FF3787D-3F69-459B-835C-F37329E279A4}"/>
                </a:ext>
              </a:extLst>
            </p:cNvPr>
            <p:cNvSpPr/>
            <p:nvPr/>
          </p:nvSpPr>
          <p:spPr>
            <a:xfrm>
              <a:off x="9181579" y="5363059"/>
              <a:ext cx="457468" cy="853939"/>
            </a:xfrm>
            <a:custGeom>
              <a:avLst/>
              <a:gdLst/>
              <a:ahLst/>
              <a:cxnLst/>
              <a:rect l="l" t="t" r="r" b="b"/>
              <a:pathLst>
                <a:path w="385762" h="720090" extrusionOk="0">
                  <a:moveTo>
                    <a:pt x="247682" y="24586"/>
                  </a:moveTo>
                  <a:lnTo>
                    <a:pt x="361736" y="64607"/>
                  </a:lnTo>
                  <a:lnTo>
                    <a:pt x="138642" y="700403"/>
                  </a:lnTo>
                  <a:lnTo>
                    <a:pt x="24587" y="660383"/>
                  </a:lnTo>
                  <a:close/>
                </a:path>
              </a:pathLst>
            </a:custGeom>
            <a:noFill/>
            <a:ln w="15875" cap="rnd" cmpd="sng">
              <a:solidFill>
                <a:schemeClr val="accent2">
                  <a:lumMod val="60000"/>
                  <a:lumOff val="40000"/>
                  <a:alpha val="8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4" name="Google Shape;145;p6">
              <a:extLst>
                <a:ext uri="{FF2B5EF4-FFF2-40B4-BE49-F238E27FC236}">
                  <a16:creationId xmlns:a16="http://schemas.microsoft.com/office/drawing/2014/main" id="{E1A494CA-E1C7-452C-AD4B-FFAAE9F480EF}"/>
                </a:ext>
              </a:extLst>
            </p:cNvPr>
            <p:cNvSpPr/>
            <p:nvPr/>
          </p:nvSpPr>
          <p:spPr>
            <a:xfrm>
              <a:off x="9477309" y="5236920"/>
              <a:ext cx="162655" cy="213485"/>
            </a:xfrm>
            <a:custGeom>
              <a:avLst/>
              <a:gdLst/>
              <a:ahLst/>
              <a:cxnLst/>
              <a:rect l="l" t="t" r="r" b="b"/>
              <a:pathLst>
                <a:path w="137160" h="180022" extrusionOk="0">
                  <a:moveTo>
                    <a:pt x="99870" y="21420"/>
                  </a:moveTo>
                  <a:lnTo>
                    <a:pt x="99870" y="21420"/>
                  </a:lnTo>
                  <a:cubicBezTo>
                    <a:pt x="81010" y="14562"/>
                    <a:pt x="59579" y="24849"/>
                    <a:pt x="52721" y="43708"/>
                  </a:cubicBezTo>
                  <a:lnTo>
                    <a:pt x="19288" y="138863"/>
                  </a:lnTo>
                  <a:lnTo>
                    <a:pt x="88726" y="162866"/>
                  </a:lnTo>
                  <a:lnTo>
                    <a:pt x="122158" y="67711"/>
                  </a:lnTo>
                  <a:cubicBezTo>
                    <a:pt x="129016" y="49709"/>
                    <a:pt x="119586" y="28278"/>
                    <a:pt x="99870" y="21420"/>
                  </a:cubicBezTo>
                  <a:close/>
                </a:path>
              </a:pathLst>
            </a:custGeom>
            <a:noFill/>
            <a:ln w="15875" cap="rnd" cmpd="sng">
              <a:solidFill>
                <a:schemeClr val="accent2">
                  <a:lumMod val="60000"/>
                  <a:lumOff val="40000"/>
                  <a:alpha val="8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5" name="Google Shape;146;p6">
              <a:extLst>
                <a:ext uri="{FF2B5EF4-FFF2-40B4-BE49-F238E27FC236}">
                  <a16:creationId xmlns:a16="http://schemas.microsoft.com/office/drawing/2014/main" id="{C5F12BA3-BC73-446E-ACBC-E85EB35A751A}"/>
                </a:ext>
              </a:extLst>
            </p:cNvPr>
            <p:cNvSpPr/>
            <p:nvPr/>
          </p:nvSpPr>
          <p:spPr>
            <a:xfrm>
              <a:off x="9187580" y="6123884"/>
              <a:ext cx="172822" cy="182987"/>
            </a:xfrm>
            <a:custGeom>
              <a:avLst/>
              <a:gdLst/>
              <a:ahLst/>
              <a:cxnLst/>
              <a:rect l="l" t="t" r="r" b="b"/>
              <a:pathLst>
                <a:path w="145732" h="154305" extrusionOk="0">
                  <a:moveTo>
                    <a:pt x="19288" y="19288"/>
                  </a:moveTo>
                  <a:lnTo>
                    <a:pt x="27004" y="113586"/>
                  </a:lnTo>
                  <a:cubicBezTo>
                    <a:pt x="28718" y="134159"/>
                    <a:pt x="53578" y="142732"/>
                    <a:pt x="68151" y="128159"/>
                  </a:cubicBezTo>
                  <a:lnTo>
                    <a:pt x="133302" y="59579"/>
                  </a:lnTo>
                  <a:lnTo>
                    <a:pt x="19288" y="19288"/>
                  </a:lnTo>
                  <a:close/>
                </a:path>
              </a:pathLst>
            </a:custGeom>
            <a:noFill/>
            <a:ln w="15875" cap="rnd" cmpd="sng">
              <a:solidFill>
                <a:schemeClr val="accent2">
                  <a:lumMod val="60000"/>
                  <a:lumOff val="40000"/>
                  <a:alpha val="8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6" name="Google Shape;147;p6">
              <a:extLst>
                <a:ext uri="{FF2B5EF4-FFF2-40B4-BE49-F238E27FC236}">
                  <a16:creationId xmlns:a16="http://schemas.microsoft.com/office/drawing/2014/main" id="{3C0A12E4-BAAE-4B46-8125-81544688F543}"/>
                </a:ext>
              </a:extLst>
            </p:cNvPr>
            <p:cNvSpPr/>
            <p:nvPr/>
          </p:nvSpPr>
          <p:spPr>
            <a:xfrm>
              <a:off x="9181764" y="5937609"/>
              <a:ext cx="254149" cy="284646"/>
            </a:xfrm>
            <a:custGeom>
              <a:avLst/>
              <a:gdLst/>
              <a:ahLst/>
              <a:cxnLst/>
              <a:rect l="l" t="t" r="r" b="b"/>
              <a:pathLst>
                <a:path w="214312" h="240030" extrusionOk="0">
                  <a:moveTo>
                    <a:pt x="77664" y="24586"/>
                  </a:moveTo>
                  <a:lnTo>
                    <a:pt x="191719" y="64607"/>
                  </a:lnTo>
                  <a:lnTo>
                    <a:pt x="138641" y="215872"/>
                  </a:lnTo>
                  <a:lnTo>
                    <a:pt x="24587" y="175851"/>
                  </a:lnTo>
                  <a:close/>
                </a:path>
              </a:pathLst>
            </a:custGeom>
            <a:noFill/>
            <a:ln w="15875" cap="rnd" cmpd="sng">
              <a:solidFill>
                <a:schemeClr val="accent2">
                  <a:lumMod val="60000"/>
                  <a:lumOff val="40000"/>
                  <a:alpha val="8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7" name="Google Shape;148;p6">
              <a:extLst>
                <a:ext uri="{FF2B5EF4-FFF2-40B4-BE49-F238E27FC236}">
                  <a16:creationId xmlns:a16="http://schemas.microsoft.com/office/drawing/2014/main" id="{D1C0F5D8-5712-4AFC-A09C-0633AA25DBEF}"/>
                </a:ext>
              </a:extLst>
            </p:cNvPr>
            <p:cNvSpPr/>
            <p:nvPr/>
          </p:nvSpPr>
          <p:spPr>
            <a:xfrm>
              <a:off x="9427496" y="5440734"/>
              <a:ext cx="243983" cy="447301"/>
            </a:xfrm>
            <a:custGeom>
              <a:avLst/>
              <a:gdLst/>
              <a:ahLst/>
              <a:cxnLst/>
              <a:rect l="l" t="t" r="r" b="b"/>
              <a:pathLst>
                <a:path w="205740" h="377190" extrusionOk="0">
                  <a:moveTo>
                    <a:pt x="19288" y="19288"/>
                  </a:moveTo>
                  <a:lnTo>
                    <a:pt x="189881" y="79296"/>
                  </a:lnTo>
                  <a:lnTo>
                    <a:pt x="92154" y="357902"/>
                  </a:lnTo>
                </a:path>
              </a:pathLst>
            </a:custGeom>
            <a:noFill/>
            <a:ln w="15875" cap="rnd" cmpd="sng">
              <a:solidFill>
                <a:schemeClr val="accent2">
                  <a:lumMod val="60000"/>
                  <a:lumOff val="40000"/>
                  <a:alpha val="8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grpSp>
          <p:nvGrpSpPr>
            <p:cNvPr id="28" name="Группа 27">
              <a:extLst>
                <a:ext uri="{FF2B5EF4-FFF2-40B4-BE49-F238E27FC236}">
                  <a16:creationId xmlns:a16="http://schemas.microsoft.com/office/drawing/2014/main" id="{4333A398-F606-43A3-8856-4CEA9820A363}"/>
                </a:ext>
              </a:extLst>
            </p:cNvPr>
            <p:cNvGrpSpPr/>
            <p:nvPr/>
          </p:nvGrpSpPr>
          <p:grpSpPr>
            <a:xfrm>
              <a:off x="6331687" y="6131886"/>
              <a:ext cx="1202669" cy="492510"/>
              <a:chOff x="6331687" y="6131886"/>
              <a:chExt cx="1202669" cy="492510"/>
            </a:xfrm>
          </p:grpSpPr>
          <p:sp>
            <p:nvSpPr>
              <p:cNvPr id="29" name="Google Shape;58;p6">
                <a:extLst>
                  <a:ext uri="{FF2B5EF4-FFF2-40B4-BE49-F238E27FC236}">
                    <a16:creationId xmlns:a16="http://schemas.microsoft.com/office/drawing/2014/main" id="{71613FC7-9B04-407F-8B8E-55B29528D41E}"/>
                  </a:ext>
                </a:extLst>
              </p:cNvPr>
              <p:cNvSpPr/>
              <p:nvPr/>
            </p:nvSpPr>
            <p:spPr>
              <a:xfrm>
                <a:off x="6331687" y="6131886"/>
                <a:ext cx="467633" cy="406637"/>
              </a:xfrm>
              <a:custGeom>
                <a:avLst/>
                <a:gdLst/>
                <a:ahLst/>
                <a:cxnLst/>
                <a:rect l="l" t="t" r="r" b="b"/>
                <a:pathLst>
                  <a:path w="394335" h="342900" extrusionOk="0">
                    <a:moveTo>
                      <a:pt x="145540" y="310864"/>
                    </a:moveTo>
                    <a:lnTo>
                      <a:pt x="220978" y="323723"/>
                    </a:lnTo>
                    <a:cubicBezTo>
                      <a:pt x="290415" y="335724"/>
                      <a:pt x="356424" y="289433"/>
                      <a:pt x="368425" y="219996"/>
                    </a:cubicBezTo>
                    <a:lnTo>
                      <a:pt x="376998" y="168561"/>
                    </a:lnTo>
                    <a:cubicBezTo>
                      <a:pt x="382141" y="135985"/>
                      <a:pt x="369283" y="103409"/>
                      <a:pt x="342708" y="84550"/>
                    </a:cubicBezTo>
                    <a:lnTo>
                      <a:pt x="315276" y="64833"/>
                    </a:lnTo>
                    <a:cubicBezTo>
                      <a:pt x="267270" y="30543"/>
                      <a:pt x="208977" y="15113"/>
                      <a:pt x="150684" y="20256"/>
                    </a:cubicBezTo>
                    <a:lnTo>
                      <a:pt x="96677" y="25400"/>
                    </a:lnTo>
                    <a:cubicBezTo>
                      <a:pt x="50385" y="29686"/>
                      <a:pt x="16095" y="69977"/>
                      <a:pt x="19524" y="116268"/>
                    </a:cubicBezTo>
                    <a:lnTo>
                      <a:pt x="23811" y="175418"/>
                    </a:lnTo>
                    <a:cubicBezTo>
                      <a:pt x="28954" y="243998"/>
                      <a:pt x="78675" y="299720"/>
                      <a:pt x="145540" y="310864"/>
                    </a:cubicBezTo>
                    <a:close/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30" name="Google Shape;59;p6">
                <a:extLst>
                  <a:ext uri="{FF2B5EF4-FFF2-40B4-BE49-F238E27FC236}">
                    <a16:creationId xmlns:a16="http://schemas.microsoft.com/office/drawing/2014/main" id="{0EBA90FD-1307-4B7C-B5C3-FFC784BE96E7}"/>
                  </a:ext>
                </a:extLst>
              </p:cNvPr>
              <p:cNvSpPr/>
              <p:nvPr/>
            </p:nvSpPr>
            <p:spPr>
              <a:xfrm>
                <a:off x="6756903" y="6308905"/>
                <a:ext cx="121991" cy="50830"/>
              </a:xfrm>
              <a:custGeom>
                <a:avLst/>
                <a:gdLst/>
                <a:ahLst/>
                <a:cxnLst/>
                <a:rect l="l" t="t" r="r" b="b"/>
                <a:pathLst>
                  <a:path w="102870" h="42862" extrusionOk="0">
                    <a:moveTo>
                      <a:pt x="19288" y="19288"/>
                    </a:moveTo>
                    <a:lnTo>
                      <a:pt x="90440" y="31290"/>
                    </a:lnTo>
                  </a:path>
                </a:pathLst>
              </a:custGeom>
              <a:noFill/>
              <a:ln w="15875" cap="rnd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sp>
            <p:nvSpPr>
              <p:cNvPr id="31" name="Google Shape;61;p6">
                <a:extLst>
                  <a:ext uri="{FF2B5EF4-FFF2-40B4-BE49-F238E27FC236}">
                    <a16:creationId xmlns:a16="http://schemas.microsoft.com/office/drawing/2014/main" id="{C67CE658-6DAD-4BB8-904E-25F3A99580FA}"/>
                  </a:ext>
                </a:extLst>
              </p:cNvPr>
              <p:cNvSpPr/>
              <p:nvPr/>
            </p:nvSpPr>
            <p:spPr>
              <a:xfrm>
                <a:off x="6365323" y="6165564"/>
                <a:ext cx="315145" cy="121991"/>
              </a:xfrm>
              <a:custGeom>
                <a:avLst/>
                <a:gdLst/>
                <a:ahLst/>
                <a:cxnLst/>
                <a:rect l="l" t="t" r="r" b="b"/>
                <a:pathLst>
                  <a:path w="265747" h="102870" extrusionOk="0">
                    <a:moveTo>
                      <a:pt x="6592" y="87868"/>
                    </a:moveTo>
                    <a:lnTo>
                      <a:pt x="7449" y="98155"/>
                    </a:lnTo>
                    <a:cubicBezTo>
                      <a:pt x="107747" y="100727"/>
                      <a:pt x="199473" y="78438"/>
                      <a:pt x="260337" y="37290"/>
                    </a:cubicBezTo>
                    <a:cubicBezTo>
                      <a:pt x="237192" y="23574"/>
                      <a:pt x="211474" y="14145"/>
                      <a:pt x="184900" y="9858"/>
                    </a:cubicBezTo>
                    <a:cubicBezTo>
                      <a:pt x="165183" y="6429"/>
                      <a:pt x="144609" y="5572"/>
                      <a:pt x="124892" y="7287"/>
                    </a:cubicBezTo>
                    <a:lnTo>
                      <a:pt x="70885" y="12430"/>
                    </a:lnTo>
                    <a:cubicBezTo>
                      <a:pt x="32309" y="16716"/>
                      <a:pt x="4020" y="49292"/>
                      <a:pt x="6592" y="87868"/>
                    </a:cubicBezTo>
                    <a:close/>
                  </a:path>
                </a:pathLst>
              </a:custGeom>
              <a:noFill/>
              <a:ln w="15875" cap="flat" cmpd="sng">
                <a:solidFill>
                  <a:schemeClr val="accent2">
                    <a:lumMod val="60000"/>
                    <a:lumOff val="40000"/>
                    <a:alpha val="85000"/>
                  </a:schemeClr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grpSp>
            <p:nvGrpSpPr>
              <p:cNvPr id="32" name="Группа 31">
                <a:extLst>
                  <a:ext uri="{FF2B5EF4-FFF2-40B4-BE49-F238E27FC236}">
                    <a16:creationId xmlns:a16="http://schemas.microsoft.com/office/drawing/2014/main" id="{7C324D11-BA29-4C57-B613-4DA3C1D750DD}"/>
                  </a:ext>
                </a:extLst>
              </p:cNvPr>
              <p:cNvGrpSpPr/>
              <p:nvPr/>
            </p:nvGrpSpPr>
            <p:grpSpPr>
              <a:xfrm>
                <a:off x="6811558" y="6227924"/>
                <a:ext cx="722798" cy="396472"/>
                <a:chOff x="4819042" y="5613554"/>
                <a:chExt cx="722798" cy="396472"/>
              </a:xfrm>
            </p:grpSpPr>
            <p:sp>
              <p:nvSpPr>
                <p:cNvPr id="33" name="Google Shape;56;p6">
                  <a:extLst>
                    <a:ext uri="{FF2B5EF4-FFF2-40B4-BE49-F238E27FC236}">
                      <a16:creationId xmlns:a16="http://schemas.microsoft.com/office/drawing/2014/main" id="{72453EEE-70E1-4001-8180-123B255EAA38}"/>
                    </a:ext>
                  </a:extLst>
                </p:cNvPr>
                <p:cNvSpPr/>
                <p:nvPr/>
              </p:nvSpPr>
              <p:spPr>
                <a:xfrm>
                  <a:off x="4892024" y="5613554"/>
                  <a:ext cx="477800" cy="396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907" h="334327" extrusionOk="0">
                      <a:moveTo>
                        <a:pt x="200347" y="317852"/>
                      </a:moveTo>
                      <a:lnTo>
                        <a:pt x="124909" y="304993"/>
                      </a:lnTo>
                      <a:cubicBezTo>
                        <a:pt x="55472" y="292992"/>
                        <a:pt x="9180" y="226984"/>
                        <a:pt x="21182" y="157546"/>
                      </a:cubicBezTo>
                      <a:lnTo>
                        <a:pt x="29754" y="106111"/>
                      </a:lnTo>
                      <a:cubicBezTo>
                        <a:pt x="34898" y="73536"/>
                        <a:pt x="58901" y="47818"/>
                        <a:pt x="90619" y="38389"/>
                      </a:cubicBezTo>
                      <a:lnTo>
                        <a:pt x="122337" y="28959"/>
                      </a:lnTo>
                      <a:cubicBezTo>
                        <a:pt x="178916" y="12671"/>
                        <a:pt x="238923" y="16958"/>
                        <a:pt x="292073" y="41818"/>
                      </a:cubicBezTo>
                      <a:lnTo>
                        <a:pt x="341793" y="64963"/>
                      </a:lnTo>
                      <a:cubicBezTo>
                        <a:pt x="383798" y="84680"/>
                        <a:pt x="402658" y="133543"/>
                        <a:pt x="383798" y="176406"/>
                      </a:cubicBezTo>
                      <a:lnTo>
                        <a:pt x="360653" y="231270"/>
                      </a:lnTo>
                      <a:cubicBezTo>
                        <a:pt x="333221" y="293849"/>
                        <a:pt x="267212" y="329854"/>
                        <a:pt x="200347" y="317852"/>
                      </a:cubicBezTo>
                      <a:close/>
                    </a:path>
                  </a:pathLst>
                </a:custGeom>
                <a:noFill/>
                <a:ln w="15875" cap="rnd" cmpd="sng">
                  <a:solidFill>
                    <a:schemeClr val="accent2">
                      <a:lumMod val="60000"/>
                      <a:lumOff val="40000"/>
                      <a:alpha val="8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Roboto Light"/>
                    <a:ea typeface="Roboto Light"/>
                    <a:cs typeface="Roboto Light"/>
                    <a:sym typeface="Roboto Light"/>
                  </a:endParaRPr>
                </a:p>
              </p:txBody>
            </p:sp>
            <p:sp>
              <p:nvSpPr>
                <p:cNvPr id="34" name="Google Shape;57;p6">
                  <a:extLst>
                    <a:ext uri="{FF2B5EF4-FFF2-40B4-BE49-F238E27FC236}">
                      <a16:creationId xmlns:a16="http://schemas.microsoft.com/office/drawing/2014/main" id="{47EA5E60-3CD0-4DC4-B912-E2B8165DFDE0}"/>
                    </a:ext>
                  </a:extLst>
                </p:cNvPr>
                <p:cNvSpPr/>
                <p:nvPr/>
              </p:nvSpPr>
              <p:spPr>
                <a:xfrm>
                  <a:off x="4819042" y="5702282"/>
                  <a:ext cx="121991" cy="508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870" h="42862" extrusionOk="0">
                      <a:moveTo>
                        <a:pt x="90440" y="31290"/>
                      </a:moveTo>
                      <a:lnTo>
                        <a:pt x="19288" y="19288"/>
                      </a:lnTo>
                    </a:path>
                  </a:pathLst>
                </a:custGeom>
                <a:noFill/>
                <a:ln w="15875" cap="rnd" cmpd="sng">
                  <a:solidFill>
                    <a:schemeClr val="accent2">
                      <a:lumMod val="60000"/>
                      <a:lumOff val="40000"/>
                      <a:alpha val="8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Roboto Light"/>
                    <a:ea typeface="Roboto Light"/>
                    <a:cs typeface="Roboto Light"/>
                    <a:sym typeface="Roboto Light"/>
                  </a:endParaRPr>
                </a:p>
              </p:txBody>
            </p:sp>
            <p:sp>
              <p:nvSpPr>
                <p:cNvPr id="35" name="Google Shape;60;p6">
                  <a:extLst>
                    <a:ext uri="{FF2B5EF4-FFF2-40B4-BE49-F238E27FC236}">
                      <a16:creationId xmlns:a16="http://schemas.microsoft.com/office/drawing/2014/main" id="{BACD986D-79A1-46C2-AC11-199A7213E3C2}"/>
                    </a:ext>
                  </a:extLst>
                </p:cNvPr>
                <p:cNvSpPr/>
                <p:nvPr/>
              </p:nvSpPr>
              <p:spPr>
                <a:xfrm>
                  <a:off x="5328355" y="5713143"/>
                  <a:ext cx="213485" cy="914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022" h="77152" extrusionOk="0">
                      <a:moveTo>
                        <a:pt x="19288" y="38420"/>
                      </a:moveTo>
                      <a:cubicBezTo>
                        <a:pt x="19288" y="38420"/>
                        <a:pt x="105013" y="-18159"/>
                        <a:pt x="162449" y="63280"/>
                      </a:cubicBezTo>
                    </a:path>
                  </a:pathLst>
                </a:custGeom>
                <a:noFill/>
                <a:ln w="15875" cap="rnd" cmpd="sng">
                  <a:solidFill>
                    <a:schemeClr val="accent2">
                      <a:lumMod val="60000"/>
                      <a:lumOff val="40000"/>
                      <a:alpha val="85000"/>
                    </a:schemeClr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Roboto Light"/>
                    <a:ea typeface="Roboto Light"/>
                    <a:cs typeface="Roboto Light"/>
                    <a:sym typeface="Roboto Light"/>
                  </a:endParaRPr>
                </a:p>
              </p:txBody>
            </p:sp>
            <p:sp>
              <p:nvSpPr>
                <p:cNvPr id="36" name="Google Shape;62;p6">
                  <a:extLst>
                    <a:ext uri="{FF2B5EF4-FFF2-40B4-BE49-F238E27FC236}">
                      <a16:creationId xmlns:a16="http://schemas.microsoft.com/office/drawing/2014/main" id="{AF0BBA9D-8210-4A91-A010-185C98AAA8F4}"/>
                    </a:ext>
                  </a:extLst>
                </p:cNvPr>
                <p:cNvSpPr/>
                <p:nvPr/>
              </p:nvSpPr>
              <p:spPr>
                <a:xfrm>
                  <a:off x="5050825" y="5647424"/>
                  <a:ext cx="284646" cy="1829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030" h="154305" extrusionOk="0">
                      <a:moveTo>
                        <a:pt x="231029" y="152988"/>
                      </a:moveTo>
                      <a:lnTo>
                        <a:pt x="235315" y="142701"/>
                      </a:lnTo>
                      <a:cubicBezTo>
                        <a:pt x="250746" y="107553"/>
                        <a:pt x="235315" y="67263"/>
                        <a:pt x="200168" y="50975"/>
                      </a:cubicBezTo>
                      <a:cubicBezTo>
                        <a:pt x="200168" y="50975"/>
                        <a:pt x="200168" y="50975"/>
                        <a:pt x="200168" y="50975"/>
                      </a:cubicBezTo>
                      <a:lnTo>
                        <a:pt x="150447" y="27829"/>
                      </a:lnTo>
                      <a:cubicBezTo>
                        <a:pt x="105870" y="6398"/>
                        <a:pt x="55292" y="1255"/>
                        <a:pt x="6429" y="11541"/>
                      </a:cubicBezTo>
                      <a:cubicBezTo>
                        <a:pt x="52721" y="70692"/>
                        <a:pt x="134160" y="122984"/>
                        <a:pt x="231029" y="152988"/>
                      </a:cubicBezTo>
                      <a:close/>
                    </a:path>
                  </a:pathLst>
                </a:custGeom>
                <a:noFill/>
                <a:ln w="15875" cap="flat" cmpd="sng">
                  <a:solidFill>
                    <a:schemeClr val="accent2">
                      <a:lumMod val="60000"/>
                      <a:lumOff val="40000"/>
                      <a:alpha val="85000"/>
                    </a:schemeClr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Roboto Light"/>
                    <a:ea typeface="Roboto Light"/>
                    <a:cs typeface="Roboto Light"/>
                    <a:sym typeface="Roboto Light"/>
                  </a:endParaRPr>
                </a:p>
              </p:txBody>
            </p:sp>
          </p:grpSp>
        </p:grpSp>
      </p:grpSp>
      <p:grpSp>
        <p:nvGrpSpPr>
          <p:cNvPr id="128" name="Группа 127">
            <a:extLst>
              <a:ext uri="{FF2B5EF4-FFF2-40B4-BE49-F238E27FC236}">
                <a16:creationId xmlns:a16="http://schemas.microsoft.com/office/drawing/2014/main" id="{6E6D9B26-C1FC-4E4F-8E82-6C29F091C5CC}"/>
              </a:ext>
            </a:extLst>
          </p:cNvPr>
          <p:cNvGrpSpPr/>
          <p:nvPr userDrawn="1"/>
        </p:nvGrpSpPr>
        <p:grpSpPr>
          <a:xfrm>
            <a:off x="1" y="4070466"/>
            <a:ext cx="5012555" cy="616766"/>
            <a:chOff x="1" y="4070466"/>
            <a:chExt cx="5012555" cy="616766"/>
          </a:xfrm>
        </p:grpSpPr>
        <p:sp>
          <p:nvSpPr>
            <p:cNvPr id="129" name="Полилиния: фигура 128">
              <a:extLst>
                <a:ext uri="{FF2B5EF4-FFF2-40B4-BE49-F238E27FC236}">
                  <a16:creationId xmlns:a16="http://schemas.microsoft.com/office/drawing/2014/main" id="{F148B387-C140-4CDF-8A05-DE7E3475A64C}"/>
                </a:ext>
              </a:extLst>
            </p:cNvPr>
            <p:cNvSpPr/>
            <p:nvPr/>
          </p:nvSpPr>
          <p:spPr>
            <a:xfrm>
              <a:off x="1" y="4070466"/>
              <a:ext cx="4953000" cy="616766"/>
            </a:xfrm>
            <a:custGeom>
              <a:avLst/>
              <a:gdLst>
                <a:gd name="connsiteX0" fmla="*/ 0 w 5401805"/>
                <a:gd name="connsiteY0" fmla="*/ 0 h 672653"/>
                <a:gd name="connsiteX1" fmla="*/ 5401805 w 5401805"/>
                <a:gd name="connsiteY1" fmla="*/ 0 h 672653"/>
                <a:gd name="connsiteX2" fmla="*/ 5180516 w 5401805"/>
                <a:gd name="connsiteY2" fmla="*/ 672653 h 672653"/>
                <a:gd name="connsiteX3" fmla="*/ 0 w 5401805"/>
                <a:gd name="connsiteY3" fmla="*/ 672653 h 672653"/>
                <a:gd name="connsiteX4" fmla="*/ 0 w 5401805"/>
                <a:gd name="connsiteY4" fmla="*/ 0 h 672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01805" h="672653">
                  <a:moveTo>
                    <a:pt x="0" y="0"/>
                  </a:moveTo>
                  <a:lnTo>
                    <a:pt x="5401805" y="0"/>
                  </a:lnTo>
                  <a:lnTo>
                    <a:pt x="5180516" y="672653"/>
                  </a:lnTo>
                  <a:lnTo>
                    <a:pt x="0" y="6726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ru-RU">
                <a:solidFill>
                  <a:schemeClr val="bg1"/>
                </a:solidFill>
                <a:latin typeface="VTB Group Regular"/>
              </a:endParaRPr>
            </a:p>
          </p:txBody>
        </p:sp>
        <p:sp>
          <p:nvSpPr>
            <p:cNvPr id="130" name="Полилиния: фигура 129">
              <a:extLst>
                <a:ext uri="{FF2B5EF4-FFF2-40B4-BE49-F238E27FC236}">
                  <a16:creationId xmlns:a16="http://schemas.microsoft.com/office/drawing/2014/main" id="{7E9D4BEE-7197-4F36-AE7B-10711CFE2846}"/>
                </a:ext>
              </a:extLst>
            </p:cNvPr>
            <p:cNvSpPr/>
            <p:nvPr/>
          </p:nvSpPr>
          <p:spPr>
            <a:xfrm>
              <a:off x="59556" y="4070466"/>
              <a:ext cx="4953000" cy="616766"/>
            </a:xfrm>
            <a:custGeom>
              <a:avLst/>
              <a:gdLst>
                <a:gd name="connsiteX0" fmla="*/ 0 w 5401805"/>
                <a:gd name="connsiteY0" fmla="*/ 0 h 672653"/>
                <a:gd name="connsiteX1" fmla="*/ 5401805 w 5401805"/>
                <a:gd name="connsiteY1" fmla="*/ 0 h 672653"/>
                <a:gd name="connsiteX2" fmla="*/ 5180516 w 5401805"/>
                <a:gd name="connsiteY2" fmla="*/ 672653 h 672653"/>
                <a:gd name="connsiteX3" fmla="*/ 0 w 5401805"/>
                <a:gd name="connsiteY3" fmla="*/ 672653 h 672653"/>
                <a:gd name="connsiteX4" fmla="*/ 0 w 5401805"/>
                <a:gd name="connsiteY4" fmla="*/ 0 h 672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01805" h="672653">
                  <a:moveTo>
                    <a:pt x="0" y="0"/>
                  </a:moveTo>
                  <a:lnTo>
                    <a:pt x="5401805" y="0"/>
                  </a:lnTo>
                  <a:lnTo>
                    <a:pt x="5180516" y="672653"/>
                  </a:lnTo>
                  <a:lnTo>
                    <a:pt x="0" y="6726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53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ru-RU">
                <a:solidFill>
                  <a:schemeClr val="bg1"/>
                </a:solidFill>
                <a:latin typeface="VTB Group Regular"/>
              </a:endParaRPr>
            </a:p>
          </p:txBody>
        </p:sp>
      </p:grpSp>
      <p:grpSp>
        <p:nvGrpSpPr>
          <p:cNvPr id="131" name="Группа 130">
            <a:extLst>
              <a:ext uri="{FF2B5EF4-FFF2-40B4-BE49-F238E27FC236}">
                <a16:creationId xmlns:a16="http://schemas.microsoft.com/office/drawing/2014/main" id="{5BBAACA5-746C-4F23-BCE3-C794F217A76F}"/>
              </a:ext>
            </a:extLst>
          </p:cNvPr>
          <p:cNvGrpSpPr/>
          <p:nvPr userDrawn="1"/>
        </p:nvGrpSpPr>
        <p:grpSpPr>
          <a:xfrm>
            <a:off x="0" y="2170769"/>
            <a:ext cx="5656837" cy="1824862"/>
            <a:chOff x="0" y="2170769"/>
            <a:chExt cx="5656837" cy="1824862"/>
          </a:xfrm>
        </p:grpSpPr>
        <p:sp>
          <p:nvSpPr>
            <p:cNvPr id="132" name="Полилиния: фигура 23">
              <a:extLst>
                <a:ext uri="{FF2B5EF4-FFF2-40B4-BE49-F238E27FC236}">
                  <a16:creationId xmlns:a16="http://schemas.microsoft.com/office/drawing/2014/main" id="{A899F435-114F-4A15-860E-7F5DD0BD0C76}"/>
                </a:ext>
              </a:extLst>
            </p:cNvPr>
            <p:cNvSpPr/>
            <p:nvPr/>
          </p:nvSpPr>
          <p:spPr>
            <a:xfrm>
              <a:off x="0" y="2170769"/>
              <a:ext cx="5597282" cy="1824862"/>
            </a:xfrm>
            <a:custGeom>
              <a:avLst/>
              <a:gdLst>
                <a:gd name="connsiteX0" fmla="*/ 0 w 6975588"/>
                <a:gd name="connsiteY0" fmla="*/ 0 h 2122291"/>
                <a:gd name="connsiteX1" fmla="*/ 6975588 w 6975588"/>
                <a:gd name="connsiteY1" fmla="*/ 0 h 2122291"/>
                <a:gd name="connsiteX2" fmla="*/ 6204693 w 6975588"/>
                <a:gd name="connsiteY2" fmla="*/ 2120589 h 2122291"/>
                <a:gd name="connsiteX3" fmla="*/ 0 w 6975588"/>
                <a:gd name="connsiteY3" fmla="*/ 2122291 h 2122291"/>
                <a:gd name="connsiteX4" fmla="*/ 0 w 6975588"/>
                <a:gd name="connsiteY4" fmla="*/ 0 h 2122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75588" h="2122291">
                  <a:moveTo>
                    <a:pt x="0" y="0"/>
                  </a:moveTo>
                  <a:lnTo>
                    <a:pt x="6975588" y="0"/>
                  </a:lnTo>
                  <a:lnTo>
                    <a:pt x="6204693" y="2120589"/>
                  </a:lnTo>
                  <a:lnTo>
                    <a:pt x="0" y="21222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endParaRPr>
            </a:p>
          </p:txBody>
        </p:sp>
        <p:sp>
          <p:nvSpPr>
            <p:cNvPr id="133" name="Полилиния: фигура 132">
              <a:extLst>
                <a:ext uri="{FF2B5EF4-FFF2-40B4-BE49-F238E27FC236}">
                  <a16:creationId xmlns:a16="http://schemas.microsoft.com/office/drawing/2014/main" id="{7D0F17DC-0630-4B03-8E67-90FC0400F630}"/>
                </a:ext>
              </a:extLst>
            </p:cNvPr>
            <p:cNvSpPr/>
            <p:nvPr/>
          </p:nvSpPr>
          <p:spPr>
            <a:xfrm>
              <a:off x="59555" y="2170769"/>
              <a:ext cx="5597282" cy="1824862"/>
            </a:xfrm>
            <a:custGeom>
              <a:avLst/>
              <a:gdLst>
                <a:gd name="connsiteX0" fmla="*/ 0 w 6975588"/>
                <a:gd name="connsiteY0" fmla="*/ 0 h 2122291"/>
                <a:gd name="connsiteX1" fmla="*/ 6975588 w 6975588"/>
                <a:gd name="connsiteY1" fmla="*/ 0 h 2122291"/>
                <a:gd name="connsiteX2" fmla="*/ 6204693 w 6975588"/>
                <a:gd name="connsiteY2" fmla="*/ 2120589 h 2122291"/>
                <a:gd name="connsiteX3" fmla="*/ 0 w 6975588"/>
                <a:gd name="connsiteY3" fmla="*/ 2122291 h 2122291"/>
                <a:gd name="connsiteX4" fmla="*/ 0 w 6975588"/>
                <a:gd name="connsiteY4" fmla="*/ 0 h 2122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75588" h="2122291">
                  <a:moveTo>
                    <a:pt x="0" y="0"/>
                  </a:moveTo>
                  <a:lnTo>
                    <a:pt x="6975588" y="0"/>
                  </a:lnTo>
                  <a:lnTo>
                    <a:pt x="6204693" y="2120589"/>
                  </a:lnTo>
                  <a:lnTo>
                    <a:pt x="0" y="21222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alpha val="54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endParaRPr>
            </a:p>
          </p:txBody>
        </p:sp>
      </p:grpSp>
      <p:sp>
        <p:nvSpPr>
          <p:cNvPr id="104" name="Заголовок 6">
            <a:extLst>
              <a:ext uri="{FF2B5EF4-FFF2-40B4-BE49-F238E27FC236}">
                <a16:creationId xmlns:a16="http://schemas.microsoft.com/office/drawing/2014/main" id="{A08CD718-392F-45B7-9F87-F0E893EFD3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2335303"/>
            <a:ext cx="4392329" cy="14957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ru-RU" sz="36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Заголовок</a:t>
            </a:r>
            <a:b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титульного слайда</a:t>
            </a:r>
            <a:br>
              <a:rPr kumimoji="0" lang="en-US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Light" panose="020B0403040504020204" pitchFamily="34" charset="0"/>
              </a:rPr>
              <a:t>до трех строк</a:t>
            </a:r>
          </a:p>
        </p:txBody>
      </p:sp>
      <p:sp>
        <p:nvSpPr>
          <p:cNvPr id="106" name="Текст 5">
            <a:extLst>
              <a:ext uri="{FF2B5EF4-FFF2-40B4-BE49-F238E27FC236}">
                <a16:creationId xmlns:a16="http://schemas.microsoft.com/office/drawing/2014/main" id="{CC24C561-2DCF-497D-B934-A9D7A95511D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9" y="4184950"/>
            <a:ext cx="3813544" cy="3877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00AAFF"/>
              </a:buClr>
              <a:buSzTx/>
              <a:buFont typeface="Arial" panose="020B0604020202020204" pitchFamily="34" charset="0"/>
              <a:buNone/>
              <a:tabLst/>
              <a:defRPr lang="ru-RU" sz="1400" dirty="0" smtClean="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00AAFF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Подзаголовок до двух строк</a:t>
            </a:r>
            <a:br>
              <a:rPr lang="ru-RU" dirty="0"/>
            </a:br>
            <a:r>
              <a:rPr lang="ru-RU" dirty="0"/>
              <a:t>Подзаголовок до двух строк</a:t>
            </a:r>
          </a:p>
        </p:txBody>
      </p:sp>
    </p:spTree>
    <p:extLst>
      <p:ext uri="{BB962C8B-B14F-4D97-AF65-F5344CB8AC3E}">
        <p14:creationId xmlns:p14="http://schemas.microsoft.com/office/powerpoint/2010/main" val="17967287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TB Cover 18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46;p6">
            <a:extLst>
              <a:ext uri="{FF2B5EF4-FFF2-40B4-BE49-F238E27FC236}">
                <a16:creationId xmlns:a16="http://schemas.microsoft.com/office/drawing/2014/main" id="{EBB3574E-045D-4BD3-AA56-B5D3ED8957CB}"/>
              </a:ext>
            </a:extLst>
          </p:cNvPr>
          <p:cNvSpPr/>
          <p:nvPr userDrawn="1"/>
        </p:nvSpPr>
        <p:spPr>
          <a:xfrm>
            <a:off x="77689" y="0"/>
            <a:ext cx="12114311" cy="6858000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48000">
                <a:srgbClr val="0A2896">
                  <a:alpha val="25000"/>
                </a:srgbClr>
              </a:gs>
              <a:gs pos="100000">
                <a:schemeClr val="accent1">
                  <a:alpha val="53000"/>
                </a:scheme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C2D7F00-8F0A-4C6E-8090-A5F7AABC3C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68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4800" y="2207434"/>
            <a:ext cx="6407923" cy="4015565"/>
          </a:xfrm>
          <a:prstGeom prst="rect">
            <a:avLst/>
          </a:prstGeom>
        </p:spPr>
      </p:pic>
      <p:pic>
        <p:nvPicPr>
          <p:cNvPr id="10" name="Picture 6">
            <a:extLst>
              <a:ext uri="{FF2B5EF4-FFF2-40B4-BE49-F238E27FC236}">
                <a16:creationId xmlns:a16="http://schemas.microsoft.com/office/drawing/2014/main" id="{1E7BCD11-90F3-43E5-B15A-405DE0C0CBA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0669" y="566896"/>
            <a:ext cx="1676096" cy="593164"/>
          </a:xfrm>
          <a:prstGeom prst="rect">
            <a:avLst/>
          </a:prstGeom>
        </p:spPr>
      </p:pic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BC5C1202-487F-4B88-A652-8C17DC8F1031}"/>
              </a:ext>
            </a:extLst>
          </p:cNvPr>
          <p:cNvGrpSpPr/>
          <p:nvPr userDrawn="1"/>
        </p:nvGrpSpPr>
        <p:grpSpPr>
          <a:xfrm>
            <a:off x="1" y="4070466"/>
            <a:ext cx="5012555" cy="616766"/>
            <a:chOff x="1" y="4070466"/>
            <a:chExt cx="5012555" cy="616766"/>
          </a:xfrm>
        </p:grpSpPr>
        <p:sp>
          <p:nvSpPr>
            <p:cNvPr id="38" name="Полилиния: фигура 37">
              <a:extLst>
                <a:ext uri="{FF2B5EF4-FFF2-40B4-BE49-F238E27FC236}">
                  <a16:creationId xmlns:a16="http://schemas.microsoft.com/office/drawing/2014/main" id="{7FAE5E0E-E9A4-440E-8E03-84B4EAC350E9}"/>
                </a:ext>
              </a:extLst>
            </p:cNvPr>
            <p:cNvSpPr/>
            <p:nvPr/>
          </p:nvSpPr>
          <p:spPr>
            <a:xfrm>
              <a:off x="1" y="4070466"/>
              <a:ext cx="4953000" cy="616766"/>
            </a:xfrm>
            <a:custGeom>
              <a:avLst/>
              <a:gdLst>
                <a:gd name="connsiteX0" fmla="*/ 0 w 5401805"/>
                <a:gd name="connsiteY0" fmla="*/ 0 h 672653"/>
                <a:gd name="connsiteX1" fmla="*/ 5401805 w 5401805"/>
                <a:gd name="connsiteY1" fmla="*/ 0 h 672653"/>
                <a:gd name="connsiteX2" fmla="*/ 5180516 w 5401805"/>
                <a:gd name="connsiteY2" fmla="*/ 672653 h 672653"/>
                <a:gd name="connsiteX3" fmla="*/ 0 w 5401805"/>
                <a:gd name="connsiteY3" fmla="*/ 672653 h 672653"/>
                <a:gd name="connsiteX4" fmla="*/ 0 w 5401805"/>
                <a:gd name="connsiteY4" fmla="*/ 0 h 672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01805" h="672653">
                  <a:moveTo>
                    <a:pt x="0" y="0"/>
                  </a:moveTo>
                  <a:lnTo>
                    <a:pt x="5401805" y="0"/>
                  </a:lnTo>
                  <a:lnTo>
                    <a:pt x="5180516" y="672653"/>
                  </a:lnTo>
                  <a:lnTo>
                    <a:pt x="0" y="6726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ru-RU">
                <a:solidFill>
                  <a:schemeClr val="bg1"/>
                </a:solidFill>
                <a:latin typeface="VTB Group Regular"/>
              </a:endParaRPr>
            </a:p>
          </p:txBody>
        </p:sp>
        <p:sp>
          <p:nvSpPr>
            <p:cNvPr id="39" name="Полилиния: фигура 38">
              <a:extLst>
                <a:ext uri="{FF2B5EF4-FFF2-40B4-BE49-F238E27FC236}">
                  <a16:creationId xmlns:a16="http://schemas.microsoft.com/office/drawing/2014/main" id="{3201B2EA-B7CA-443C-9B1A-69038693D111}"/>
                </a:ext>
              </a:extLst>
            </p:cNvPr>
            <p:cNvSpPr/>
            <p:nvPr/>
          </p:nvSpPr>
          <p:spPr>
            <a:xfrm>
              <a:off x="59556" y="4070466"/>
              <a:ext cx="4953000" cy="616766"/>
            </a:xfrm>
            <a:custGeom>
              <a:avLst/>
              <a:gdLst>
                <a:gd name="connsiteX0" fmla="*/ 0 w 5401805"/>
                <a:gd name="connsiteY0" fmla="*/ 0 h 672653"/>
                <a:gd name="connsiteX1" fmla="*/ 5401805 w 5401805"/>
                <a:gd name="connsiteY1" fmla="*/ 0 h 672653"/>
                <a:gd name="connsiteX2" fmla="*/ 5180516 w 5401805"/>
                <a:gd name="connsiteY2" fmla="*/ 672653 h 672653"/>
                <a:gd name="connsiteX3" fmla="*/ 0 w 5401805"/>
                <a:gd name="connsiteY3" fmla="*/ 672653 h 672653"/>
                <a:gd name="connsiteX4" fmla="*/ 0 w 5401805"/>
                <a:gd name="connsiteY4" fmla="*/ 0 h 672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01805" h="672653">
                  <a:moveTo>
                    <a:pt x="0" y="0"/>
                  </a:moveTo>
                  <a:lnTo>
                    <a:pt x="5401805" y="0"/>
                  </a:lnTo>
                  <a:lnTo>
                    <a:pt x="5180516" y="672653"/>
                  </a:lnTo>
                  <a:lnTo>
                    <a:pt x="0" y="6726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53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ru-RU">
                <a:solidFill>
                  <a:schemeClr val="bg1"/>
                </a:solidFill>
                <a:latin typeface="VTB Group Regular"/>
              </a:endParaRPr>
            </a:p>
          </p:txBody>
        </p:sp>
      </p:grp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5897E6A6-6B8D-4D01-87E3-8A9B12CCD195}"/>
              </a:ext>
            </a:extLst>
          </p:cNvPr>
          <p:cNvGrpSpPr/>
          <p:nvPr userDrawn="1"/>
        </p:nvGrpSpPr>
        <p:grpSpPr>
          <a:xfrm>
            <a:off x="0" y="2170769"/>
            <a:ext cx="5656837" cy="1824862"/>
            <a:chOff x="0" y="2170769"/>
            <a:chExt cx="5656837" cy="1824862"/>
          </a:xfrm>
        </p:grpSpPr>
        <p:sp>
          <p:nvSpPr>
            <p:cNvPr id="41" name="Полилиния: фигура 23">
              <a:extLst>
                <a:ext uri="{FF2B5EF4-FFF2-40B4-BE49-F238E27FC236}">
                  <a16:creationId xmlns:a16="http://schemas.microsoft.com/office/drawing/2014/main" id="{2F6A9497-7735-4436-950C-6DEA834B8ADF}"/>
                </a:ext>
              </a:extLst>
            </p:cNvPr>
            <p:cNvSpPr/>
            <p:nvPr/>
          </p:nvSpPr>
          <p:spPr>
            <a:xfrm>
              <a:off x="0" y="2170769"/>
              <a:ext cx="5597282" cy="1824862"/>
            </a:xfrm>
            <a:custGeom>
              <a:avLst/>
              <a:gdLst>
                <a:gd name="connsiteX0" fmla="*/ 0 w 6975588"/>
                <a:gd name="connsiteY0" fmla="*/ 0 h 2122291"/>
                <a:gd name="connsiteX1" fmla="*/ 6975588 w 6975588"/>
                <a:gd name="connsiteY1" fmla="*/ 0 h 2122291"/>
                <a:gd name="connsiteX2" fmla="*/ 6204693 w 6975588"/>
                <a:gd name="connsiteY2" fmla="*/ 2120589 h 2122291"/>
                <a:gd name="connsiteX3" fmla="*/ 0 w 6975588"/>
                <a:gd name="connsiteY3" fmla="*/ 2122291 h 2122291"/>
                <a:gd name="connsiteX4" fmla="*/ 0 w 6975588"/>
                <a:gd name="connsiteY4" fmla="*/ 0 h 2122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75588" h="2122291">
                  <a:moveTo>
                    <a:pt x="0" y="0"/>
                  </a:moveTo>
                  <a:lnTo>
                    <a:pt x="6975588" y="0"/>
                  </a:lnTo>
                  <a:lnTo>
                    <a:pt x="6204693" y="2120589"/>
                  </a:lnTo>
                  <a:lnTo>
                    <a:pt x="0" y="21222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endParaRPr>
            </a:p>
          </p:txBody>
        </p:sp>
        <p:sp>
          <p:nvSpPr>
            <p:cNvPr id="42" name="Полилиния: фигура 41">
              <a:extLst>
                <a:ext uri="{FF2B5EF4-FFF2-40B4-BE49-F238E27FC236}">
                  <a16:creationId xmlns:a16="http://schemas.microsoft.com/office/drawing/2014/main" id="{6D43CC4F-5BB3-49D7-9174-C139A9A14833}"/>
                </a:ext>
              </a:extLst>
            </p:cNvPr>
            <p:cNvSpPr/>
            <p:nvPr/>
          </p:nvSpPr>
          <p:spPr>
            <a:xfrm>
              <a:off x="59555" y="2170769"/>
              <a:ext cx="5597282" cy="1824862"/>
            </a:xfrm>
            <a:custGeom>
              <a:avLst/>
              <a:gdLst>
                <a:gd name="connsiteX0" fmla="*/ 0 w 6975588"/>
                <a:gd name="connsiteY0" fmla="*/ 0 h 2122291"/>
                <a:gd name="connsiteX1" fmla="*/ 6975588 w 6975588"/>
                <a:gd name="connsiteY1" fmla="*/ 0 h 2122291"/>
                <a:gd name="connsiteX2" fmla="*/ 6204693 w 6975588"/>
                <a:gd name="connsiteY2" fmla="*/ 2120589 h 2122291"/>
                <a:gd name="connsiteX3" fmla="*/ 0 w 6975588"/>
                <a:gd name="connsiteY3" fmla="*/ 2122291 h 2122291"/>
                <a:gd name="connsiteX4" fmla="*/ 0 w 6975588"/>
                <a:gd name="connsiteY4" fmla="*/ 0 h 2122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75588" h="2122291">
                  <a:moveTo>
                    <a:pt x="0" y="0"/>
                  </a:moveTo>
                  <a:lnTo>
                    <a:pt x="6975588" y="0"/>
                  </a:lnTo>
                  <a:lnTo>
                    <a:pt x="6204693" y="2120589"/>
                  </a:lnTo>
                  <a:lnTo>
                    <a:pt x="0" y="21222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alpha val="54000"/>
              </a:schemeClr>
            </a:solidFill>
            <a:ln w="813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endParaRPr>
            </a:p>
          </p:txBody>
        </p:sp>
      </p:grpSp>
      <p:sp>
        <p:nvSpPr>
          <p:cNvPr id="13" name="Заголовок 6">
            <a:extLst>
              <a:ext uri="{FF2B5EF4-FFF2-40B4-BE49-F238E27FC236}">
                <a16:creationId xmlns:a16="http://schemas.microsoft.com/office/drawing/2014/main" id="{A64E7D9B-D61A-4562-AA61-234AC49E6B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2335303"/>
            <a:ext cx="4392329" cy="14957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ru-RU" sz="36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Заголовок</a:t>
            </a:r>
            <a:b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титульного слайда</a:t>
            </a:r>
            <a:br>
              <a:rPr kumimoji="0" lang="en-US" alt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Light" panose="020B0403040504020204" pitchFamily="34" charset="0"/>
              </a:rPr>
              <a:t>до трех строк</a:t>
            </a:r>
          </a:p>
        </p:txBody>
      </p:sp>
      <p:sp>
        <p:nvSpPr>
          <p:cNvPr id="15" name="Текст 5">
            <a:extLst>
              <a:ext uri="{FF2B5EF4-FFF2-40B4-BE49-F238E27FC236}">
                <a16:creationId xmlns:a16="http://schemas.microsoft.com/office/drawing/2014/main" id="{EE645D1A-F40F-40A3-B4A5-EB5E2FB75F2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9" y="4184950"/>
            <a:ext cx="3813544" cy="3877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00AAFF"/>
              </a:buClr>
              <a:buSzTx/>
              <a:buFont typeface="Arial" panose="020B0604020202020204" pitchFamily="34" charset="0"/>
              <a:buNone/>
              <a:tabLst/>
              <a:defRPr lang="ru-RU" sz="1400" dirty="0" smtClean="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00AAFF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Подзаголовок до двух строк</a:t>
            </a:r>
            <a:br>
              <a:rPr lang="ru-RU" dirty="0"/>
            </a:br>
            <a:r>
              <a:rPr lang="ru-RU" dirty="0"/>
              <a:t>Подзаголовок до двух строк</a:t>
            </a:r>
          </a:p>
        </p:txBody>
      </p:sp>
    </p:spTree>
    <p:extLst>
      <p:ext uri="{BB962C8B-B14F-4D97-AF65-F5344CB8AC3E}">
        <p14:creationId xmlns:p14="http://schemas.microsoft.com/office/powerpoint/2010/main" val="247553709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TB Cover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7922EDEB-B009-4CE5-8453-C5B72410AD57}"/>
              </a:ext>
            </a:extLst>
          </p:cNvPr>
          <p:cNvGrpSpPr/>
          <p:nvPr userDrawn="1"/>
        </p:nvGrpSpPr>
        <p:grpSpPr>
          <a:xfrm>
            <a:off x="1" y="0"/>
            <a:ext cx="12191999" cy="6861188"/>
            <a:chOff x="-1133666" y="0"/>
            <a:chExt cx="12191999" cy="6861188"/>
          </a:xfrm>
        </p:grpSpPr>
        <p:pic>
          <p:nvPicPr>
            <p:cNvPr id="11" name="Рисунок 10" descr="Изображение выглядит как человек, стол, внутренний, окно&#10;&#10;Автоматически созданное описание">
              <a:extLst>
                <a:ext uri="{FF2B5EF4-FFF2-40B4-BE49-F238E27FC236}">
                  <a16:creationId xmlns:a16="http://schemas.microsoft.com/office/drawing/2014/main" id="{FB9E7DDA-F633-4B68-B75C-E683EC69071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775264" y="3188"/>
              <a:ext cx="7283069" cy="6858000"/>
            </a:xfrm>
            <a:prstGeom prst="rect">
              <a:avLst/>
            </a:prstGeom>
          </p:spPr>
        </p:pic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84518CB5-8875-4877-A419-D8F6AE97280B}"/>
                </a:ext>
              </a:extLst>
            </p:cNvPr>
            <p:cNvSpPr/>
            <p:nvPr userDrawn="1"/>
          </p:nvSpPr>
          <p:spPr>
            <a:xfrm>
              <a:off x="-1133666" y="0"/>
              <a:ext cx="12191999" cy="6858000"/>
            </a:xfrm>
            <a:prstGeom prst="rect">
              <a:avLst/>
            </a:prstGeom>
            <a:gradFill flip="none" rotWithShape="1">
              <a:gsLst>
                <a:gs pos="24000">
                  <a:srgbClr val="2C388F"/>
                </a:gs>
                <a:gs pos="55000">
                  <a:srgbClr val="2C388F">
                    <a:alpha val="27000"/>
                  </a:srgbClr>
                </a:gs>
                <a:gs pos="90000">
                  <a:srgbClr val="2C388F">
                    <a:alpha val="0"/>
                  </a:srgbClr>
                </a:gs>
              </a:gsLst>
              <a:lin ang="19200000" scaled="0"/>
              <a:tileRect/>
            </a:gra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endParaRPr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287B752C-D8E8-4A9C-B72D-82D439D693B4}"/>
                </a:ext>
              </a:extLst>
            </p:cNvPr>
            <p:cNvSpPr/>
            <p:nvPr userDrawn="1"/>
          </p:nvSpPr>
          <p:spPr>
            <a:xfrm rot="10800000">
              <a:off x="-1133666" y="0"/>
              <a:ext cx="12191999" cy="6858000"/>
            </a:xfrm>
            <a:prstGeom prst="rect">
              <a:avLst/>
            </a:prstGeom>
            <a:gradFill flip="none" rotWithShape="1">
              <a:gsLst>
                <a:gs pos="24000">
                  <a:srgbClr val="2C388F">
                    <a:alpha val="10000"/>
                  </a:srgbClr>
                </a:gs>
                <a:gs pos="57000">
                  <a:srgbClr val="2C388F">
                    <a:alpha val="0"/>
                  </a:srgbClr>
                </a:gs>
                <a:gs pos="99000">
                  <a:srgbClr val="2C388F">
                    <a:alpha val="12000"/>
                  </a:srgbClr>
                </a:gs>
              </a:gsLst>
              <a:lin ang="19200000" scaled="0"/>
              <a:tileRect/>
            </a:gra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endParaRPr>
            </a:p>
          </p:txBody>
        </p:sp>
      </p:grpSp>
      <p:sp>
        <p:nvSpPr>
          <p:cNvPr id="7" name="Полилиния 5">
            <a:extLst>
              <a:ext uri="{FF2B5EF4-FFF2-40B4-BE49-F238E27FC236}">
                <a16:creationId xmlns:a16="http://schemas.microsoft.com/office/drawing/2014/main" id="{8617ABEA-6DE6-4B2A-B4AF-41A24F46C6B4}"/>
              </a:ext>
            </a:extLst>
          </p:cNvPr>
          <p:cNvSpPr/>
          <p:nvPr/>
        </p:nvSpPr>
        <p:spPr>
          <a:xfrm>
            <a:off x="-2" y="-11749"/>
            <a:ext cx="7416801" cy="6880722"/>
          </a:xfrm>
          <a:custGeom>
            <a:avLst/>
            <a:gdLst>
              <a:gd name="connsiteX0" fmla="*/ 381 w 8891522"/>
              <a:gd name="connsiteY0" fmla="*/ 0 h 6858000"/>
              <a:gd name="connsiteX1" fmla="*/ 8891522 w 8891522"/>
              <a:gd name="connsiteY1" fmla="*/ 1 h 6858000"/>
              <a:gd name="connsiteX2" fmla="*/ 6385010 w 8891522"/>
              <a:gd name="connsiteY2" fmla="*/ 6858000 h 6858000"/>
              <a:gd name="connsiteX3" fmla="*/ 0 w 8891522"/>
              <a:gd name="connsiteY3" fmla="*/ 6858000 h 6858000"/>
              <a:gd name="connsiteX0" fmla="*/ 381 w 9612610"/>
              <a:gd name="connsiteY0" fmla="*/ 0 h 6858000"/>
              <a:gd name="connsiteX1" fmla="*/ 9612610 w 9612610"/>
              <a:gd name="connsiteY1" fmla="*/ 12701 h 6858000"/>
              <a:gd name="connsiteX2" fmla="*/ 6385010 w 9612610"/>
              <a:gd name="connsiteY2" fmla="*/ 6858000 h 6858000"/>
              <a:gd name="connsiteX3" fmla="*/ 0 w 9612610"/>
              <a:gd name="connsiteY3" fmla="*/ 6858000 h 6858000"/>
              <a:gd name="connsiteX4" fmla="*/ 381 w 9612610"/>
              <a:gd name="connsiteY4" fmla="*/ 0 h 6858000"/>
              <a:gd name="connsiteX0" fmla="*/ 381 w 9612610"/>
              <a:gd name="connsiteY0" fmla="*/ 11749 h 6869749"/>
              <a:gd name="connsiteX1" fmla="*/ 9612610 w 9612610"/>
              <a:gd name="connsiteY1" fmla="*/ 0 h 6869749"/>
              <a:gd name="connsiteX2" fmla="*/ 6385010 w 9612610"/>
              <a:gd name="connsiteY2" fmla="*/ 6869749 h 6869749"/>
              <a:gd name="connsiteX3" fmla="*/ 0 w 9612610"/>
              <a:gd name="connsiteY3" fmla="*/ 6869749 h 6869749"/>
              <a:gd name="connsiteX4" fmla="*/ 381 w 9612610"/>
              <a:gd name="connsiteY4" fmla="*/ 11749 h 6869749"/>
              <a:gd name="connsiteX0" fmla="*/ 381 w 9612610"/>
              <a:gd name="connsiteY0" fmla="*/ 11749 h 6880722"/>
              <a:gd name="connsiteX1" fmla="*/ 9612610 w 9612610"/>
              <a:gd name="connsiteY1" fmla="*/ 0 h 6880722"/>
              <a:gd name="connsiteX2" fmla="*/ 6380269 w 9612610"/>
              <a:gd name="connsiteY2" fmla="*/ 6880722 h 6880722"/>
              <a:gd name="connsiteX3" fmla="*/ 0 w 9612610"/>
              <a:gd name="connsiteY3" fmla="*/ 6869749 h 6880722"/>
              <a:gd name="connsiteX4" fmla="*/ 381 w 9612610"/>
              <a:gd name="connsiteY4" fmla="*/ 11749 h 688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12610" h="6880722">
                <a:moveTo>
                  <a:pt x="381" y="11749"/>
                </a:moveTo>
                <a:lnTo>
                  <a:pt x="9612610" y="0"/>
                </a:lnTo>
                <a:lnTo>
                  <a:pt x="6380269" y="6880722"/>
                </a:lnTo>
                <a:lnTo>
                  <a:pt x="0" y="6869749"/>
                </a:lnTo>
                <a:lnTo>
                  <a:pt x="381" y="117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304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TB Group Regular"/>
              <a:ea typeface="+mn-ea"/>
              <a:cs typeface="+mn-cs"/>
            </a:endParaRP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EC28FC27-073A-4DC4-A2E3-A5646942FE42}"/>
              </a:ext>
            </a:extLst>
          </p:cNvPr>
          <p:cNvCxnSpPr>
            <a:cxnSpLocks/>
          </p:cNvCxnSpPr>
          <p:nvPr/>
        </p:nvCxnSpPr>
        <p:spPr>
          <a:xfrm flipV="1">
            <a:off x="4928144" y="-4890"/>
            <a:ext cx="2495050" cy="6862891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Текст 9">
            <a:extLst>
              <a:ext uri="{FF2B5EF4-FFF2-40B4-BE49-F238E27FC236}">
                <a16:creationId xmlns:a16="http://schemas.microsoft.com/office/drawing/2014/main" id="{D3E4414D-2E25-4AA7-99FB-DEE5526C74B8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515938" y="4256362"/>
            <a:ext cx="4979515" cy="55399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accent4"/>
                </a:solidFill>
                <a:latin typeface="VTB Group Book" panose="020B0503040504020204" pitchFamily="34" charset="-52"/>
              </a:defRPr>
            </a:lvl1pPr>
            <a:lvl2pPr marL="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2pPr>
            <a:lvl3pPr marL="91440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3pPr>
            <a:lvl4pPr marL="137160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4pPr>
            <a:lvl5pPr marL="182880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Подзаголовок до двух строк</a:t>
            </a:r>
            <a:br>
              <a:rPr lang="ru-RU" dirty="0"/>
            </a:br>
            <a:r>
              <a:rPr lang="ru-RU" dirty="0"/>
              <a:t>Подзаголовок до двух строк</a:t>
            </a:r>
          </a:p>
        </p:txBody>
      </p:sp>
      <p:sp>
        <p:nvSpPr>
          <p:cNvPr id="17" name="Заголовок 3">
            <a:extLst>
              <a:ext uri="{FF2B5EF4-FFF2-40B4-BE49-F238E27FC236}">
                <a16:creationId xmlns:a16="http://schemas.microsoft.com/office/drawing/2014/main" id="{9BAF8E33-9D6C-487C-AC66-863E78AF42F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15938" y="2332555"/>
            <a:ext cx="4979515" cy="166199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ru-RU" sz="40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Заголовок</a:t>
            </a:r>
            <a:br>
              <a:rPr kumimoji="0" lang="ru-RU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титульного слайда</a:t>
            </a:r>
            <a:br>
              <a:rPr kumimoji="0" lang="en-US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Light" panose="020B0403040504020204" pitchFamily="34" charset="0"/>
              </a:rPr>
              <a:t>до трех строк</a:t>
            </a:r>
          </a:p>
        </p:txBody>
      </p:sp>
      <p:pic>
        <p:nvPicPr>
          <p:cNvPr id="14" name="Picture 6">
            <a:extLst>
              <a:ext uri="{FF2B5EF4-FFF2-40B4-BE49-F238E27FC236}">
                <a16:creationId xmlns:a16="http://schemas.microsoft.com/office/drawing/2014/main" id="{18C00BE5-7898-1948-B097-55598DDC03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767" y="566894"/>
            <a:ext cx="1709103" cy="60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86758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TB Cover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8D0F256C-3602-49A9-8159-91EC3C123936}"/>
              </a:ext>
            </a:extLst>
          </p:cNvPr>
          <p:cNvGrpSpPr/>
          <p:nvPr userDrawn="1"/>
        </p:nvGrpSpPr>
        <p:grpSpPr>
          <a:xfrm>
            <a:off x="0" y="9849"/>
            <a:ext cx="12192000" cy="6864610"/>
            <a:chOff x="0" y="9849"/>
            <a:chExt cx="12192000" cy="6864610"/>
          </a:xfrm>
        </p:grpSpPr>
        <p:pic>
          <p:nvPicPr>
            <p:cNvPr id="11" name="Рисунок 10" descr="Изображение выглядит как человек, ноутбук, сидит, компьютер&#10;&#10;Автоматически созданное описание">
              <a:extLst>
                <a:ext uri="{FF2B5EF4-FFF2-40B4-BE49-F238E27FC236}">
                  <a16:creationId xmlns:a16="http://schemas.microsoft.com/office/drawing/2014/main" id="{B49DAF05-9458-4D4E-88FC-17186601DDF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6692"/>
            <a:stretch/>
          </p:blipFill>
          <p:spPr>
            <a:xfrm flipH="1">
              <a:off x="2740979" y="9849"/>
              <a:ext cx="9451020" cy="6848151"/>
            </a:xfrm>
            <a:prstGeom prst="rect">
              <a:avLst/>
            </a:prstGeom>
          </p:spPr>
        </p:pic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B9246620-5A75-435D-A563-EEAE78962CAB}"/>
                </a:ext>
              </a:extLst>
            </p:cNvPr>
            <p:cNvSpPr/>
            <p:nvPr userDrawn="1"/>
          </p:nvSpPr>
          <p:spPr>
            <a:xfrm>
              <a:off x="0" y="16459"/>
              <a:ext cx="12192000" cy="6858000"/>
            </a:xfrm>
            <a:prstGeom prst="rect">
              <a:avLst/>
            </a:prstGeom>
            <a:gradFill flip="none" rotWithShape="1">
              <a:gsLst>
                <a:gs pos="0">
                  <a:srgbClr val="2C388F"/>
                </a:gs>
                <a:gs pos="34000">
                  <a:srgbClr val="2C388F">
                    <a:alpha val="27000"/>
                  </a:srgbClr>
                </a:gs>
                <a:gs pos="90000">
                  <a:srgbClr val="2C388F">
                    <a:alpha val="0"/>
                  </a:srgbClr>
                </a:gs>
              </a:gsLst>
              <a:lin ang="19200000" scaled="0"/>
              <a:tileRect/>
            </a:gra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Regular"/>
                <a:ea typeface="+mn-ea"/>
                <a:cs typeface="+mn-cs"/>
              </a:endParaRPr>
            </a:p>
          </p:txBody>
        </p:sp>
      </p:grpSp>
      <p:sp>
        <p:nvSpPr>
          <p:cNvPr id="7" name="Полилиния 5">
            <a:extLst>
              <a:ext uri="{FF2B5EF4-FFF2-40B4-BE49-F238E27FC236}">
                <a16:creationId xmlns:a16="http://schemas.microsoft.com/office/drawing/2014/main" id="{8617ABEA-6DE6-4B2A-B4AF-41A24F46C6B4}"/>
              </a:ext>
            </a:extLst>
          </p:cNvPr>
          <p:cNvSpPr/>
          <p:nvPr/>
        </p:nvSpPr>
        <p:spPr>
          <a:xfrm>
            <a:off x="-2" y="-11749"/>
            <a:ext cx="7416801" cy="6880722"/>
          </a:xfrm>
          <a:custGeom>
            <a:avLst/>
            <a:gdLst>
              <a:gd name="connsiteX0" fmla="*/ 381 w 8891522"/>
              <a:gd name="connsiteY0" fmla="*/ 0 h 6858000"/>
              <a:gd name="connsiteX1" fmla="*/ 8891522 w 8891522"/>
              <a:gd name="connsiteY1" fmla="*/ 1 h 6858000"/>
              <a:gd name="connsiteX2" fmla="*/ 6385010 w 8891522"/>
              <a:gd name="connsiteY2" fmla="*/ 6858000 h 6858000"/>
              <a:gd name="connsiteX3" fmla="*/ 0 w 8891522"/>
              <a:gd name="connsiteY3" fmla="*/ 6858000 h 6858000"/>
              <a:gd name="connsiteX0" fmla="*/ 381 w 9612610"/>
              <a:gd name="connsiteY0" fmla="*/ 0 h 6858000"/>
              <a:gd name="connsiteX1" fmla="*/ 9612610 w 9612610"/>
              <a:gd name="connsiteY1" fmla="*/ 12701 h 6858000"/>
              <a:gd name="connsiteX2" fmla="*/ 6385010 w 9612610"/>
              <a:gd name="connsiteY2" fmla="*/ 6858000 h 6858000"/>
              <a:gd name="connsiteX3" fmla="*/ 0 w 9612610"/>
              <a:gd name="connsiteY3" fmla="*/ 6858000 h 6858000"/>
              <a:gd name="connsiteX4" fmla="*/ 381 w 9612610"/>
              <a:gd name="connsiteY4" fmla="*/ 0 h 6858000"/>
              <a:gd name="connsiteX0" fmla="*/ 381 w 9612610"/>
              <a:gd name="connsiteY0" fmla="*/ 11749 h 6869749"/>
              <a:gd name="connsiteX1" fmla="*/ 9612610 w 9612610"/>
              <a:gd name="connsiteY1" fmla="*/ 0 h 6869749"/>
              <a:gd name="connsiteX2" fmla="*/ 6385010 w 9612610"/>
              <a:gd name="connsiteY2" fmla="*/ 6869749 h 6869749"/>
              <a:gd name="connsiteX3" fmla="*/ 0 w 9612610"/>
              <a:gd name="connsiteY3" fmla="*/ 6869749 h 6869749"/>
              <a:gd name="connsiteX4" fmla="*/ 381 w 9612610"/>
              <a:gd name="connsiteY4" fmla="*/ 11749 h 6869749"/>
              <a:gd name="connsiteX0" fmla="*/ 381 w 9612610"/>
              <a:gd name="connsiteY0" fmla="*/ 11749 h 6880722"/>
              <a:gd name="connsiteX1" fmla="*/ 9612610 w 9612610"/>
              <a:gd name="connsiteY1" fmla="*/ 0 h 6880722"/>
              <a:gd name="connsiteX2" fmla="*/ 6380269 w 9612610"/>
              <a:gd name="connsiteY2" fmla="*/ 6880722 h 6880722"/>
              <a:gd name="connsiteX3" fmla="*/ 0 w 9612610"/>
              <a:gd name="connsiteY3" fmla="*/ 6869749 h 6880722"/>
              <a:gd name="connsiteX4" fmla="*/ 381 w 9612610"/>
              <a:gd name="connsiteY4" fmla="*/ 11749 h 688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12610" h="6880722">
                <a:moveTo>
                  <a:pt x="381" y="11749"/>
                </a:moveTo>
                <a:lnTo>
                  <a:pt x="9612610" y="0"/>
                </a:lnTo>
                <a:lnTo>
                  <a:pt x="6380269" y="6880722"/>
                </a:lnTo>
                <a:lnTo>
                  <a:pt x="0" y="6869749"/>
                </a:lnTo>
                <a:lnTo>
                  <a:pt x="381" y="117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304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TB Group Regular"/>
              <a:ea typeface="+mn-ea"/>
              <a:cs typeface="+mn-cs"/>
            </a:endParaRP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EC28FC27-073A-4DC4-A2E3-A5646942FE42}"/>
              </a:ext>
            </a:extLst>
          </p:cNvPr>
          <p:cNvCxnSpPr>
            <a:cxnSpLocks/>
          </p:cNvCxnSpPr>
          <p:nvPr/>
        </p:nvCxnSpPr>
        <p:spPr>
          <a:xfrm flipV="1">
            <a:off x="4928144" y="-4890"/>
            <a:ext cx="2495050" cy="6862891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Текст 9">
            <a:extLst>
              <a:ext uri="{FF2B5EF4-FFF2-40B4-BE49-F238E27FC236}">
                <a16:creationId xmlns:a16="http://schemas.microsoft.com/office/drawing/2014/main" id="{923DC94A-0012-4E93-882A-63E0859D96A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515938" y="4256362"/>
            <a:ext cx="4979515" cy="55399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accent4"/>
                </a:solidFill>
                <a:latin typeface="VTB Group Book" panose="020B0503040504020204" pitchFamily="34" charset="-52"/>
              </a:defRPr>
            </a:lvl1pPr>
            <a:lvl2pPr marL="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2pPr>
            <a:lvl3pPr marL="91440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3pPr>
            <a:lvl4pPr marL="137160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4pPr>
            <a:lvl5pPr marL="182880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Подзаголовок до двух строк</a:t>
            </a:r>
            <a:br>
              <a:rPr lang="ru-RU" dirty="0"/>
            </a:br>
            <a:r>
              <a:rPr lang="ru-RU" dirty="0"/>
              <a:t>Подзаголовок до двух строк</a:t>
            </a:r>
          </a:p>
        </p:txBody>
      </p:sp>
      <p:sp>
        <p:nvSpPr>
          <p:cNvPr id="16" name="Заголовок 3">
            <a:extLst>
              <a:ext uri="{FF2B5EF4-FFF2-40B4-BE49-F238E27FC236}">
                <a16:creationId xmlns:a16="http://schemas.microsoft.com/office/drawing/2014/main" id="{F4B1D8D3-DD39-47AD-ADE2-25DEE141906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15938" y="2332555"/>
            <a:ext cx="4979515" cy="166199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ru-RU" sz="40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Заголовок</a:t>
            </a:r>
            <a:br>
              <a:rPr kumimoji="0" lang="ru-RU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  <a:t>титульного слайда</a:t>
            </a:r>
            <a:br>
              <a:rPr kumimoji="0" lang="en-US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Cond Bold"/>
              </a:rPr>
            </a:br>
            <a:r>
              <a:rPr kumimoji="0" lang="ru-RU" altLang="ru-RU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 Bold"/>
                <a:cs typeface="VTB Group Light" panose="020B0403040504020204" pitchFamily="34" charset="0"/>
              </a:rPr>
              <a:t>до трех строк</a:t>
            </a:r>
          </a:p>
        </p:txBody>
      </p:sp>
      <p:pic>
        <p:nvPicPr>
          <p:cNvPr id="13" name="Picture 6">
            <a:extLst>
              <a:ext uri="{FF2B5EF4-FFF2-40B4-BE49-F238E27FC236}">
                <a16:creationId xmlns:a16="http://schemas.microsoft.com/office/drawing/2014/main" id="{F612E9DA-750F-1545-AC2E-4905BAFA6AA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767" y="566894"/>
            <a:ext cx="1709103" cy="60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31578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3" Type="http://schemas.openxmlformats.org/officeDocument/2006/relationships/slideLayout" Target="../slideLayouts/slideLayout13.xml"/><Relationship Id="rId15" Type="http://schemas.openxmlformats.org/officeDocument/2006/relationships/theme" Target="../theme/theme1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B0FFCBD-662C-425E-8EC5-9328191D4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0352" y="6437938"/>
            <a:ext cx="5096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fld id="{7E1A2DEA-0812-41F9-88C5-48F7F643210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8384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80" r:id="rId2"/>
    <p:sldLayoutId id="2147483679" r:id="rId3"/>
    <p:sldLayoutId id="2147483681" r:id="rId4"/>
    <p:sldLayoutId id="2147483668" r:id="rId13"/>
    <p:sldLayoutId id="2147483682" r:id="rId16"/>
    <p:sldLayoutId id="2147483683" r:id="rId17"/>
    <p:sldLayoutId id="2147483684" r:id="rId18"/>
    <p:sldLayoutId id="2147483685" r:id="rId19"/>
    <p:sldLayoutId id="2147483686" r:id="rId20"/>
    <p:sldLayoutId id="2147483687" r:id="rId21"/>
    <p:sldLayoutId id="2147483688" r:id="rId22"/>
    <p:sldLayoutId id="2147483689" r:id="rId23"/>
    <p:sldLayoutId id="2147483690" r:id="rId24"/>
    <p:sldLayoutId id="2147483691" r:id="rId25"/>
    <p:sldLayoutId id="2147483692" r:id="rId26"/>
    <p:sldLayoutId id="2147483693" r:id="rId27"/>
    <p:sldLayoutId id="2147483694" r:id="rId28"/>
    <p:sldLayoutId id="2147483695" r:id="rId29"/>
    <p:sldLayoutId id="2147483696" r:id="rId30"/>
    <p:sldLayoutId id="2147483697" r:id="rId31"/>
    <p:sldLayoutId id="2147483698" r:id="rId32"/>
    <p:sldLayoutId id="2147483699" r:id="rId33"/>
    <p:sldLayoutId id="2147483700" r:id="rId34"/>
    <p:sldLayoutId id="2147483701" r:id="rId3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2800" b="1" kern="1200" dirty="0">
          <a:solidFill>
            <a:schemeClr val="accent4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25" userDrawn="1">
          <p15:clr>
            <a:srgbClr val="F26B43"/>
          </p15:clr>
        </p15:guide>
        <p15:guide id="2" pos="7355" userDrawn="1">
          <p15:clr>
            <a:srgbClr val="F26B43"/>
          </p15:clr>
        </p15:guide>
        <p15:guide id="3" orient="horz" pos="777" userDrawn="1">
          <p15:clr>
            <a:srgbClr val="F26B43"/>
          </p15:clr>
        </p15:guide>
        <p15:guide id="4" orient="horz" pos="392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1.png"/><Relationship Id="rId6" Type="http://schemas.openxmlformats.org/officeDocument/2006/relationships/image" Target="../media/image1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8.png"/><Relationship Id="rId4" Type="http://schemas.openxmlformats.org/officeDocument/2006/relationships/image" Target="../media/image2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Стратегическая сессия · пример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300"/>
              <a:t>Цифровая трансформация розничного бизнеса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СОДЕРЖАНИЕ</a:t>
            </a:r>
          </a:p>
        </p:txBody>
      </p:sp>
      <p:sp>
        <p:nvSpPr>
          <p:cNvPr id="11" name="Номер слайда 3">
            <a:extLst>
              <a:ext uri="{FF2B5EF4-FFF2-40B4-BE49-F238E27FC236}">
                <a16:creationId xmlns:a16="http://schemas.microsoft.com/office/drawing/2014/main" id="{A8D8CCBB-60F1-421E-BD7C-5B2872A3F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0352" y="6437938"/>
            <a:ext cx="5096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fld id="{7E1A2DEA-0812-41F9-88C5-48F7F643210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512064" y="1362456"/>
            <a:ext cx="777240" cy="7589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0">
                <a:solidFill>
                  <a:srgbClr val="00AAFF"/>
                </a:solidFill>
                <a:latin typeface="+mn-l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0744" y="1417320"/>
            <a:ext cx="10250424" cy="36484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2000" b="0">
                <a:solidFill>
                  <a:srgbClr val="002882"/>
                </a:solidFill>
                <a:latin typeface="+mn-lt"/>
              </a:rPr>
              <a:t>Итоги года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0744" y="1808226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>
                <a:solidFill>
                  <a:srgbClr val="878787"/>
                </a:solidFill>
                <a:latin typeface="+mn-lt"/>
              </a:rPr>
              <a:t>Ключевые показатели и динамика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12064" y="2157984"/>
            <a:ext cx="10271638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Freeform 1"/>
          <p:cNvSpPr/>
          <p:nvPr/>
        </p:nvSpPr>
        <p:spPr>
          <a:xfrm>
            <a:off x="0" y="2231136"/>
            <a:ext cx="10742737" cy="758952"/>
          </a:xfrm>
          <a:custGeom>
            <a:avLst/>
            <a:gdLst/>
            <a:ahLst/>
            <a:cxnLst/>
            <a:rect l="l" t="t" r="r" b="b"/>
            <a:pathLst>
              <a:path w="10742737" h="758952">
                <a:moveTo>
                  <a:pt x="0" y="0"/>
                </a:moveTo>
                <a:lnTo>
                  <a:pt x="10742737" y="0"/>
                </a:lnTo>
                <a:lnTo>
                  <a:pt x="10464961" y="758952"/>
                </a:lnTo>
                <a:lnTo>
                  <a:pt x="0" y="758952"/>
                </a:lnTo>
                <a:close/>
              </a:path>
            </a:pathLst>
          </a:custGeom>
          <a:gradFill rotWithShape="1">
            <a:gsLst>
              <a:gs pos="0">
                <a:srgbClr val="00AAFF"/>
              </a:gs>
              <a:gs pos="100000">
                <a:srgbClr val="0091DA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2231136"/>
            <a:ext cx="777240" cy="7589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0">
                <a:solidFill>
                  <a:srgbClr val="FFFFFF"/>
                </a:solidFill>
                <a:latin typeface="+mn-l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0744" y="2286000"/>
            <a:ext cx="9128638" cy="36484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+mn-lt"/>
              </a:rPr>
              <a:t>Клиентский путь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0744" y="2676906"/>
            <a:ext cx="9128638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+mn-lt"/>
              </a:rPr>
              <a:t>Воронка и точки роста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" y="3099816"/>
            <a:ext cx="777240" cy="7589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0">
                <a:solidFill>
                  <a:srgbClr val="00AAFF"/>
                </a:solidFill>
                <a:latin typeface="+mn-lt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0744" y="3154680"/>
            <a:ext cx="10250424" cy="36484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2000" b="0">
                <a:solidFill>
                  <a:srgbClr val="002882"/>
                </a:solidFill>
                <a:latin typeface="+mn-lt"/>
              </a:rPr>
              <a:t>Стратегические инициативы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0744" y="3545586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>
                <a:solidFill>
                  <a:srgbClr val="878787"/>
                </a:solidFill>
                <a:latin typeface="+mn-lt"/>
              </a:rPr>
              <a:t>Приоритеты и дорожная карта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12064" y="3895344"/>
            <a:ext cx="10271638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12064" y="3968496"/>
            <a:ext cx="777240" cy="7589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0">
                <a:solidFill>
                  <a:srgbClr val="00AAFF"/>
                </a:solidFill>
                <a:latin typeface="+mn-lt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0744" y="4023360"/>
            <a:ext cx="10250424" cy="36484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2000" b="0">
                <a:solidFill>
                  <a:srgbClr val="002882"/>
                </a:solidFill>
                <a:latin typeface="+mn-lt"/>
              </a:rPr>
              <a:t>Команда и ресурсы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0744" y="4414266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>
                <a:solidFill>
                  <a:srgbClr val="878787"/>
                </a:solidFill>
                <a:latin typeface="+mn-lt"/>
              </a:rPr>
              <a:t>Структура и роли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12064" y="4764024"/>
            <a:ext cx="10271638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12064" y="4837176"/>
            <a:ext cx="777240" cy="7589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0">
                <a:solidFill>
                  <a:srgbClr val="00AAFF"/>
                </a:solidFill>
                <a:latin typeface="+mn-lt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0744" y="4892040"/>
            <a:ext cx="10250424" cy="36484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2000" b="0">
                <a:solidFill>
                  <a:srgbClr val="002882"/>
                </a:solidFill>
                <a:latin typeface="+mn-lt"/>
              </a:rPr>
              <a:t>Решения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0744" y="5282946"/>
            <a:ext cx="10250424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>
                <a:solidFill>
                  <a:srgbClr val="878787"/>
                </a:solidFill>
                <a:latin typeface="+mn-lt"/>
              </a:rPr>
              <a:t>Что выносим на утверждение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12064" y="5632704"/>
            <a:ext cx="10271638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Номер слайда 3">
            <a:extLst>
              <a:ext uri="{FF2B5EF4-FFF2-40B4-BE49-F238E27FC236}">
                <a16:creationId xmlns:a16="http://schemas.microsoft.com/office/drawing/2014/main" id="{A8D8CCBB-60F1-421E-BD7C-5B2872A3F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0352" y="6437938"/>
            <a:ext cx="5096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fld id="{7E1A2DEA-0812-41F9-88C5-48F7F643210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Freeform 1"/>
          <p:cNvSpPr/>
          <p:nvPr/>
        </p:nvSpPr>
        <p:spPr>
          <a:xfrm>
            <a:off x="0" y="2331720"/>
            <a:ext cx="2926080" cy="1143000"/>
          </a:xfrm>
          <a:custGeom>
            <a:avLst/>
            <a:gdLst/>
            <a:ahLst/>
            <a:cxnLst/>
            <a:rect l="l" t="t" r="r" b="b"/>
            <a:pathLst>
              <a:path w="2926080" h="1143000">
                <a:moveTo>
                  <a:pt x="0" y="0"/>
                </a:moveTo>
                <a:lnTo>
                  <a:pt x="2926080" y="0"/>
                </a:lnTo>
                <a:lnTo>
                  <a:pt x="2507742" y="1143000"/>
                </a:lnTo>
                <a:lnTo>
                  <a:pt x="0" y="1143000"/>
                </a:lnTo>
                <a:close/>
              </a:path>
            </a:pathLst>
          </a:custGeom>
          <a:gradFill rotWithShape="1">
            <a:gsLst>
              <a:gs pos="0">
                <a:srgbClr val="00AAFF"/>
              </a:gs>
              <a:gs pos="100000">
                <a:srgbClr val="0091DA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" y="2331720"/>
            <a:ext cx="2103120" cy="1143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000" b="0">
                <a:solidFill>
                  <a:srgbClr val="FFFFFF"/>
                </a:solidFill>
                <a:latin typeface="+mj-l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3749040"/>
            <a:ext cx="868680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+mj-lt"/>
              </a:rPr>
              <a:t>Итоги года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5166360"/>
            <a:ext cx="77724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>
                <a:solidFill>
                  <a:srgbClr val="5FC8FF"/>
                </a:solidFill>
                <a:latin typeface="+mn-lt"/>
              </a:rPr>
              <a:t>Демонстрационные данные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КЛЮЧЕВЫЕ ПОКАЗАТЕЛИ</a:t>
            </a:r>
          </a:p>
        </p:txBody>
      </p:sp>
      <p:sp>
        <p:nvSpPr>
          <p:cNvPr id="11" name="Номер слайда 3">
            <a:extLst>
              <a:ext uri="{FF2B5EF4-FFF2-40B4-BE49-F238E27FC236}">
                <a16:creationId xmlns:a16="http://schemas.microsoft.com/office/drawing/2014/main" id="{A8D8CCBB-60F1-421E-BD7C-5B2872A3F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0352" y="6437938"/>
            <a:ext cx="5096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fld id="{7E1A2DEA-0812-41F9-88C5-48F7F643210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2" name="Rectangle 11"/>
          <p:cNvSpPr/>
          <p:nvPr/>
        </p:nvSpPr>
        <p:spPr>
          <a:xfrm>
            <a:off x="512064" y="1600200"/>
            <a:ext cx="3477768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pic>
        <p:nvPicPr>
          <p:cNvPr id="13" name="Picture 12" descr="team-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1874520"/>
            <a:ext cx="4572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86384" y="2468880"/>
            <a:ext cx="3020568" cy="9144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5400" b="0">
                <a:solidFill>
                  <a:srgbClr val="00AAFF"/>
                </a:solidFill>
                <a:latin typeface="+mn-lt"/>
              </a:rPr>
              <a:t>12,4</a:t>
            </a:r>
            <a:r>
              <a:rPr sz="2600">
                <a:solidFill>
                  <a:srgbClr val="00AAFF"/>
                </a:solidFill>
                <a:latin typeface="+mn-lt"/>
              </a:rPr>
              <a:t> млн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6384" y="3520440"/>
            <a:ext cx="2929128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86384" y="3657600"/>
            <a:ext cx="2974848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>
                <a:solidFill>
                  <a:srgbClr val="1C1C1C"/>
                </a:solidFill>
                <a:latin typeface="+mn-lt"/>
              </a:rPr>
              <a:t>активных клиентов розничного бизнеса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55592" y="1600200"/>
            <a:ext cx="3477768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pic>
        <p:nvPicPr>
          <p:cNvPr id="18" name="Picture 17" descr="speedometer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9912" y="1874520"/>
            <a:ext cx="457200" cy="457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629912" y="2468880"/>
            <a:ext cx="3020568" cy="9144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5400" b="0">
                <a:solidFill>
                  <a:srgbClr val="002882"/>
                </a:solidFill>
                <a:latin typeface="+mn-lt"/>
              </a:rPr>
              <a:t>+18</a:t>
            </a:r>
            <a:r>
              <a:rPr sz="2600">
                <a:solidFill>
                  <a:srgbClr val="002882"/>
                </a:solidFill>
                <a:latin typeface="+mn-lt"/>
              </a:rPr>
              <a:t> %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629912" y="3520440"/>
            <a:ext cx="2929128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629912" y="3657600"/>
            <a:ext cx="2974848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>
                <a:solidFill>
                  <a:srgbClr val="1C1C1C"/>
                </a:solidFill>
                <a:latin typeface="+mn-lt"/>
              </a:rPr>
              <a:t>рост цифровых продаж год к году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99120" y="1600200"/>
            <a:ext cx="3477768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pic>
        <p:nvPicPr>
          <p:cNvPr id="23" name="Picture 22" descr="card-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3440" y="1874520"/>
            <a:ext cx="457200" cy="4572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473440" y="2468880"/>
            <a:ext cx="3020568" cy="9144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5400" b="0">
                <a:solidFill>
                  <a:srgbClr val="002882"/>
                </a:solidFill>
                <a:latin typeface="+mn-lt"/>
              </a:rPr>
              <a:t>73</a:t>
            </a:r>
            <a:r>
              <a:rPr sz="2600">
                <a:solidFill>
                  <a:srgbClr val="002882"/>
                </a:solidFill>
                <a:latin typeface="+mn-lt"/>
              </a:rPr>
              <a:t> %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73440" y="3520440"/>
            <a:ext cx="2929128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473440" y="3657600"/>
            <a:ext cx="2974848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>
                <a:solidFill>
                  <a:srgbClr val="1C1C1C"/>
                </a:solidFill>
                <a:latin typeface="+mn-lt"/>
              </a:rPr>
              <a:t>операций проходят в мобильном приложении</a:t>
            </a:r>
          </a:p>
        </p:txBody>
      </p:sp>
      <p:sp>
        <p:nvSpPr>
          <p:cNvPr id="2" name="Freeform 1"/>
          <p:cNvSpPr/>
          <p:nvPr/>
        </p:nvSpPr>
        <p:spPr>
          <a:xfrm>
            <a:off x="0" y="5029200"/>
            <a:ext cx="10606583" cy="685800"/>
          </a:xfrm>
          <a:custGeom>
            <a:avLst/>
            <a:gdLst/>
            <a:ahLst/>
            <a:cxnLst/>
            <a:rect l="l" t="t" r="r" b="b"/>
            <a:pathLst>
              <a:path w="10606583" h="685800">
                <a:moveTo>
                  <a:pt x="0" y="0"/>
                </a:moveTo>
                <a:lnTo>
                  <a:pt x="10606583" y="0"/>
                </a:lnTo>
                <a:lnTo>
                  <a:pt x="10355580" y="685800"/>
                </a:lnTo>
                <a:lnTo>
                  <a:pt x="0" y="685800"/>
                </a:lnTo>
                <a:close/>
              </a:path>
            </a:pathLst>
          </a:custGeom>
          <a:gradFill rotWithShape="1">
            <a:gsLst>
              <a:gs pos="50000">
                <a:srgbClr val="002882"/>
              </a:gs>
              <a:gs pos="100000">
                <a:srgbClr val="001E6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" y="5065776"/>
            <a:ext cx="9752076" cy="6126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+mn-lt"/>
              </a:rPr>
              <a:t>Цифровые каналы обеспечили </a:t>
            </a:r>
            <a:r>
              <a:rPr sz="1700" b="0">
                <a:solidFill>
                  <a:srgbClr val="5FC8FF"/>
                </a:solidFill>
                <a:latin typeface="+mj-lt"/>
              </a:rPr>
              <a:t>основной прирост</a:t>
            </a:r>
            <a:r>
              <a:rPr sz="1700" b="0">
                <a:solidFill>
                  <a:srgbClr val="FFFFFF"/>
                </a:solidFill>
                <a:latin typeface="+mn-lt"/>
              </a:rPr>
              <a:t> продаж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ПОКАЗАТЕЛИ ПО НАПРАВЛЕНИЯМ</a:t>
            </a:r>
          </a:p>
        </p:txBody>
      </p:sp>
      <p:sp>
        <p:nvSpPr>
          <p:cNvPr id="11" name="Номер слайда 3">
            <a:extLst>
              <a:ext uri="{FF2B5EF4-FFF2-40B4-BE49-F238E27FC236}">
                <a16:creationId xmlns:a16="http://schemas.microsoft.com/office/drawing/2014/main" id="{A8D8CCBB-60F1-421E-BD7C-5B2872A3F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0352" y="6437938"/>
            <a:ext cx="5096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fld id="{7E1A2DEA-0812-41F9-88C5-48F7F643210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3071332" y="1225296"/>
            <a:ext cx="2722626" cy="27432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300" b="0">
                <a:solidFill>
                  <a:srgbClr val="878787"/>
                </a:solidFill>
                <a:latin typeface="+mn-lt"/>
              </a:rPr>
              <a:t>Портфель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71332" y="1517904"/>
            <a:ext cx="2885984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12064" y="1554480"/>
            <a:ext cx="5445252" cy="21259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512064" y="1554480"/>
            <a:ext cx="2559268" cy="2125980"/>
          </a:xfrm>
          <a:custGeom>
            <a:avLst/>
            <a:gdLst/>
            <a:ahLst/>
            <a:cxnLst/>
            <a:rect l="l" t="t" r="r" b="b"/>
            <a:pathLst>
              <a:path w="2559268" h="2125980">
                <a:moveTo>
                  <a:pt x="0" y="0"/>
                </a:moveTo>
                <a:lnTo>
                  <a:pt x="2559268" y="0"/>
                </a:lnTo>
                <a:lnTo>
                  <a:pt x="1781160" y="2125980"/>
                </a:lnTo>
                <a:lnTo>
                  <a:pt x="0" y="2125980"/>
                </a:lnTo>
                <a:close/>
              </a:path>
            </a:pathLst>
          </a:custGeom>
          <a:gradFill rotWithShape="1">
            <a:gsLst>
              <a:gs pos="0">
                <a:srgbClr val="002882"/>
              </a:gs>
              <a:gs pos="100000">
                <a:srgbClr val="001E6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pic>
        <p:nvPicPr>
          <p:cNvPr id="15" name="Picture 14" descr="money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2583180"/>
            <a:ext cx="411480" cy="4114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40664" y="3113532"/>
            <a:ext cx="15982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+mn-lt"/>
              </a:rPr>
              <a:t>Кредиты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62772" y="1783080"/>
            <a:ext cx="2611664" cy="77724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4000" b="0">
                <a:solidFill>
                  <a:srgbClr val="002882"/>
                </a:solidFill>
                <a:latin typeface="+mn-lt"/>
              </a:rPr>
              <a:t>25</a:t>
            </a:r>
            <a:r>
              <a:rPr sz="2400">
                <a:solidFill>
                  <a:srgbClr val="002882"/>
                </a:solidFill>
                <a:latin typeface="+mn-lt"/>
              </a:rPr>
              <a:t>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62772" y="2633472"/>
            <a:ext cx="2611664" cy="891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>
                <a:solidFill>
                  <a:srgbClr val="1C1C1C"/>
                </a:solidFill>
                <a:latin typeface="+mn-lt"/>
              </a:rPr>
              <a:t>доля онлайн-выдач в общем объёме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90904" y="1225296"/>
            <a:ext cx="2722626" cy="27432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300" b="0">
                <a:solidFill>
                  <a:srgbClr val="878787"/>
                </a:solidFill>
                <a:latin typeface="+mn-lt"/>
              </a:rPr>
              <a:t>Выпуск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90904" y="1517904"/>
            <a:ext cx="2885984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231636" y="1554480"/>
            <a:ext cx="5445252" cy="21259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231636" y="1554480"/>
            <a:ext cx="2559268" cy="2125980"/>
          </a:xfrm>
          <a:custGeom>
            <a:avLst/>
            <a:gdLst/>
            <a:ahLst/>
            <a:cxnLst/>
            <a:rect l="l" t="t" r="r" b="b"/>
            <a:pathLst>
              <a:path w="2559268" h="2125980">
                <a:moveTo>
                  <a:pt x="0" y="0"/>
                </a:moveTo>
                <a:lnTo>
                  <a:pt x="2559268" y="0"/>
                </a:lnTo>
                <a:lnTo>
                  <a:pt x="1781160" y="2125980"/>
                </a:lnTo>
                <a:lnTo>
                  <a:pt x="0" y="2125980"/>
                </a:lnTo>
                <a:close/>
              </a:path>
            </a:pathLst>
          </a:custGeom>
          <a:gradFill rotWithShape="1">
            <a:gsLst>
              <a:gs pos="0">
                <a:srgbClr val="002882"/>
              </a:gs>
              <a:gs pos="100000">
                <a:srgbClr val="001E6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pic>
        <p:nvPicPr>
          <p:cNvPr id="22" name="Picture 21" descr="card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0236" y="2583180"/>
            <a:ext cx="411480" cy="4114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60236" y="3113532"/>
            <a:ext cx="15982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+mn-lt"/>
              </a:rPr>
              <a:t>Карты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82344" y="1783080"/>
            <a:ext cx="2611664" cy="1714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155448" indent="-155448">
              <a:buClr>
                <a:srgbClr val="002882"/>
              </a:buClr>
              <a:buFont typeface="Arial"/>
              <a:buChar char="•"/>
            </a:pPr>
            <a:r>
              <a:rPr sz="1400" b="0">
                <a:solidFill>
                  <a:srgbClr val="1C1C1C"/>
                </a:solidFill>
                <a:latin typeface="+mn-lt"/>
              </a:rPr>
              <a:t>Рост выпуска </a:t>
            </a:r>
            <a:r>
              <a:rPr sz="1400" b="0">
                <a:solidFill>
                  <a:srgbClr val="002882"/>
                </a:solidFill>
                <a:latin typeface="+mj-lt"/>
              </a:rPr>
              <a:t>цифровых</a:t>
            </a:r>
            <a:r>
              <a:rPr sz="1400" b="0">
                <a:solidFill>
                  <a:srgbClr val="1C1C1C"/>
                </a:solidFill>
                <a:latin typeface="+mn-lt"/>
              </a:rPr>
              <a:t> карт</a:t>
            </a:r>
          </a:p>
          <a:p>
            <a:pPr algn="l" marL="155448" indent="-155448">
              <a:spcBef>
                <a:spcPts val="600"/>
              </a:spcBef>
              <a:buClr>
                <a:srgbClr val="002882"/>
              </a:buClr>
              <a:buFont typeface="Arial"/>
              <a:buChar char="•"/>
            </a:pPr>
            <a:r>
              <a:rPr sz="1400" b="0">
                <a:solidFill>
                  <a:srgbClr val="1C1C1C"/>
                </a:solidFill>
                <a:latin typeface="+mn-lt"/>
              </a:rPr>
              <a:t>Снижение стоимости выпуска</a:t>
            </a:r>
          </a:p>
          <a:p>
            <a:pPr algn="l" marL="155448" indent="-155448">
              <a:spcBef>
                <a:spcPts val="600"/>
              </a:spcBef>
              <a:buClr>
                <a:srgbClr val="002882"/>
              </a:buClr>
              <a:buFont typeface="Arial"/>
              <a:buChar char="•"/>
            </a:pPr>
            <a:r>
              <a:rPr sz="1400" b="0">
                <a:solidFill>
                  <a:srgbClr val="1C1C1C"/>
                </a:solidFill>
                <a:latin typeface="+mn-lt"/>
              </a:rPr>
              <a:t>Перевод клиентов в приложение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71332" y="3762756"/>
            <a:ext cx="2722626" cy="27432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300" b="0">
                <a:solidFill>
                  <a:srgbClr val="878787"/>
                </a:solidFill>
                <a:latin typeface="+mn-lt"/>
              </a:rPr>
              <a:t>Пассивы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071332" y="4055364"/>
            <a:ext cx="2885984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12064" y="4091940"/>
            <a:ext cx="5445252" cy="21259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512064" y="4091940"/>
            <a:ext cx="2559268" cy="2125980"/>
          </a:xfrm>
          <a:custGeom>
            <a:avLst/>
            <a:gdLst/>
            <a:ahLst/>
            <a:cxnLst/>
            <a:rect l="l" t="t" r="r" b="b"/>
            <a:pathLst>
              <a:path w="2559268" h="2125980">
                <a:moveTo>
                  <a:pt x="0" y="0"/>
                </a:moveTo>
                <a:lnTo>
                  <a:pt x="2559268" y="0"/>
                </a:lnTo>
                <a:lnTo>
                  <a:pt x="1781160" y="2125980"/>
                </a:lnTo>
                <a:lnTo>
                  <a:pt x="0" y="2125980"/>
                </a:lnTo>
                <a:close/>
              </a:path>
            </a:pathLst>
          </a:custGeom>
          <a:gradFill rotWithShape="1">
            <a:gsLst>
              <a:gs pos="0">
                <a:srgbClr val="002882"/>
              </a:gs>
              <a:gs pos="100000">
                <a:srgbClr val="001E6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pic>
        <p:nvPicPr>
          <p:cNvPr id="28" name="Picture 27" descr="coins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5120640"/>
            <a:ext cx="411480" cy="41148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40664" y="5650992"/>
            <a:ext cx="15982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+mn-lt"/>
              </a:rPr>
              <a:t>Вклады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62772" y="4320540"/>
            <a:ext cx="2611664" cy="1714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155448" indent="-155448">
              <a:buClr>
                <a:srgbClr val="002882"/>
              </a:buClr>
              <a:buFont typeface="Arial"/>
              <a:buChar char="•"/>
            </a:pPr>
            <a:r>
              <a:rPr sz="1400" b="0">
                <a:solidFill>
                  <a:srgbClr val="1C1C1C"/>
                </a:solidFill>
                <a:latin typeface="+mn-lt"/>
              </a:rPr>
              <a:t>Новые накопительные продукты</a:t>
            </a:r>
          </a:p>
          <a:p>
            <a:pPr algn="l" marL="155448" indent="-155448">
              <a:spcBef>
                <a:spcPts val="600"/>
              </a:spcBef>
              <a:buClr>
                <a:srgbClr val="002882"/>
              </a:buClr>
              <a:buFont typeface="Arial"/>
              <a:buChar char="•"/>
            </a:pPr>
            <a:r>
              <a:rPr sz="1400" b="0">
                <a:solidFill>
                  <a:srgbClr val="1C1C1C"/>
                </a:solidFill>
                <a:latin typeface="+mn-lt"/>
              </a:rPr>
              <a:t>Рост среднего остатка</a:t>
            </a:r>
          </a:p>
          <a:p>
            <a:pPr algn="l" marL="155448" indent="-155448">
              <a:spcBef>
                <a:spcPts val="600"/>
              </a:spcBef>
              <a:buClr>
                <a:srgbClr val="002882"/>
              </a:buClr>
              <a:buFont typeface="Arial"/>
              <a:buChar char="•"/>
            </a:pPr>
            <a:r>
              <a:rPr sz="1400" b="0">
                <a:solidFill>
                  <a:srgbClr val="1C1C1C"/>
                </a:solidFill>
                <a:latin typeface="+mn-lt"/>
              </a:rPr>
              <a:t>Удержание клиентов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90904" y="3762756"/>
            <a:ext cx="2722626" cy="27432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300" b="0">
                <a:solidFill>
                  <a:srgbClr val="878787"/>
                </a:solidFill>
                <a:latin typeface="+mn-lt"/>
              </a:rPr>
              <a:t>NPS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790904" y="4055364"/>
            <a:ext cx="2885984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6231636" y="4091940"/>
            <a:ext cx="5445252" cy="21259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231636" y="4091940"/>
            <a:ext cx="2559268" cy="2125980"/>
          </a:xfrm>
          <a:custGeom>
            <a:avLst/>
            <a:gdLst/>
            <a:ahLst/>
            <a:cxnLst/>
            <a:rect l="l" t="t" r="r" b="b"/>
            <a:pathLst>
              <a:path w="2559268" h="2125980">
                <a:moveTo>
                  <a:pt x="0" y="0"/>
                </a:moveTo>
                <a:lnTo>
                  <a:pt x="2559268" y="0"/>
                </a:lnTo>
                <a:lnTo>
                  <a:pt x="1781160" y="2125980"/>
                </a:lnTo>
                <a:lnTo>
                  <a:pt x="0" y="2125980"/>
                </a:lnTo>
                <a:close/>
              </a:path>
            </a:pathLst>
          </a:custGeom>
          <a:gradFill rotWithShape="1">
            <a:gsLst>
              <a:gs pos="0">
                <a:srgbClr val="00AAFF"/>
              </a:gs>
              <a:gs pos="100000">
                <a:srgbClr val="0091DA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pic>
        <p:nvPicPr>
          <p:cNvPr id="34" name="Picture 33" descr="consultant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0236" y="5120640"/>
            <a:ext cx="411480" cy="41148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460236" y="5650992"/>
            <a:ext cx="15982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+mn-lt"/>
              </a:rPr>
              <a:t>Сервис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82344" y="4320540"/>
            <a:ext cx="2611664" cy="77724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4000" b="0">
                <a:solidFill>
                  <a:srgbClr val="00AAFF"/>
                </a:solidFill>
                <a:latin typeface="+mn-lt"/>
              </a:rPr>
              <a:t>1 904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82344" y="5170932"/>
            <a:ext cx="2611664" cy="891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>
                <a:solidFill>
                  <a:srgbClr val="1C1C1C"/>
                </a:solidFill>
                <a:latin typeface="+mn-lt"/>
              </a:rPr>
              <a:t>обращений в день закрываются ботом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Источник: демонстрационные данные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ДИНАМИКА ЦИФРОВЫХ ПРОДАЖ</a:t>
            </a:r>
          </a:p>
        </p:txBody>
      </p:sp>
      <p:sp>
        <p:nvSpPr>
          <p:cNvPr id="11" name="Номер слайда 3">
            <a:extLst>
              <a:ext uri="{FF2B5EF4-FFF2-40B4-BE49-F238E27FC236}">
                <a16:creationId xmlns:a16="http://schemas.microsoft.com/office/drawing/2014/main" id="{A8D8CCBB-60F1-421E-BD7C-5B2872A3F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0352" y="6437938"/>
            <a:ext cx="5096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fld id="{7E1A2DEA-0812-41F9-88C5-48F7F643210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2" name="Rectangle 11"/>
          <p:cNvSpPr/>
          <p:nvPr/>
        </p:nvSpPr>
        <p:spPr>
          <a:xfrm>
            <a:off x="512064" y="1234440"/>
            <a:ext cx="7918704" cy="49834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512064" y="1234440"/>
            <a:ext cx="5543093" cy="457200"/>
          </a:xfrm>
          <a:custGeom>
            <a:avLst/>
            <a:gdLst/>
            <a:ahLst/>
            <a:cxnLst/>
            <a:rect l="l" t="t" r="r" b="b"/>
            <a:pathLst>
              <a:path w="5543093" h="457200">
                <a:moveTo>
                  <a:pt x="0" y="0"/>
                </a:moveTo>
                <a:lnTo>
                  <a:pt x="5543093" y="0"/>
                </a:lnTo>
                <a:lnTo>
                  <a:pt x="5375758" y="457200"/>
                </a:lnTo>
                <a:lnTo>
                  <a:pt x="0" y="457200"/>
                </a:lnTo>
                <a:close/>
              </a:path>
            </a:pathLst>
          </a:custGeom>
          <a:gradFill rotWithShape="1">
            <a:gsLst>
              <a:gs pos="50000">
                <a:srgbClr val="002882"/>
              </a:gs>
              <a:gs pos="100000">
                <a:srgbClr val="001E6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271016"/>
            <a:ext cx="508315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+mn-lt"/>
              </a:rPr>
              <a:t>Продажи, млрд руб.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649224" y="1828800"/>
          <a:ext cx="7644384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Rectangle 14"/>
          <p:cNvSpPr/>
          <p:nvPr/>
        </p:nvSpPr>
        <p:spPr>
          <a:xfrm>
            <a:off x="8705088" y="1234440"/>
            <a:ext cx="2971800" cy="240030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pic>
        <p:nvPicPr>
          <p:cNvPr id="16" name="Picture 15" descr="speedometer-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968" y="1417320"/>
            <a:ext cx="365760" cy="3657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390888" y="1344168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800" b="0">
                <a:solidFill>
                  <a:srgbClr val="00AAFF"/>
                </a:solidFill>
                <a:latin typeface="+mn-lt"/>
              </a:rPr>
              <a:t>+222%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3688" y="1947672"/>
            <a:ext cx="2560320" cy="15773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>
                <a:solidFill>
                  <a:srgbClr val="1C1C1C"/>
                </a:solidFill>
                <a:latin typeface="+mn-lt"/>
              </a:rPr>
              <a:t>рост цифровых продаж за 5 лет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05088" y="3817620"/>
            <a:ext cx="2971800" cy="240030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pic>
        <p:nvPicPr>
          <p:cNvPr id="20" name="Picture 19" descr="report-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7968" y="4000500"/>
            <a:ext cx="365760" cy="365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390888" y="3927348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800" b="0">
                <a:solidFill>
                  <a:srgbClr val="002882"/>
                </a:solidFill>
                <a:latin typeface="+mn-lt"/>
              </a:rPr>
              <a:t>65%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33688" y="4530852"/>
            <a:ext cx="2560320" cy="15773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>
                <a:solidFill>
                  <a:srgbClr val="1C1C1C"/>
                </a:solidFill>
                <a:latin typeface="+mn-lt"/>
              </a:rPr>
              <a:t>доля цифровых каналов в 2025 году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ОПЕРАЦИОННЫЙ ДАШБОРД</a:t>
            </a:r>
          </a:p>
        </p:txBody>
      </p:sp>
      <p:sp>
        <p:nvSpPr>
          <p:cNvPr id="11" name="Номер слайда 3">
            <a:extLst>
              <a:ext uri="{FF2B5EF4-FFF2-40B4-BE49-F238E27FC236}">
                <a16:creationId xmlns:a16="http://schemas.microsoft.com/office/drawing/2014/main" id="{A8D8CCBB-60F1-421E-BD7C-5B2872A3F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0352" y="6437938"/>
            <a:ext cx="5096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fld id="{7E1A2DEA-0812-41F9-88C5-48F7F643210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2" name="Rectangle 11"/>
          <p:cNvSpPr/>
          <p:nvPr/>
        </p:nvSpPr>
        <p:spPr>
          <a:xfrm>
            <a:off x="512064" y="1234440"/>
            <a:ext cx="2619756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2064" y="1234440"/>
            <a:ext cx="82296" cy="1143000"/>
          </a:xfrm>
          <a:prstGeom prst="rect">
            <a:avLst/>
          </a:prstGeom>
          <a:solidFill>
            <a:srgbClr val="00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1325880"/>
            <a:ext cx="2162556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0">
                <a:solidFill>
                  <a:srgbClr val="00AAFF"/>
                </a:solidFill>
                <a:latin typeface="+mn-lt"/>
              </a:rPr>
              <a:t>98,7%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88820" y="1399032"/>
            <a:ext cx="9601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300" b="0">
                <a:solidFill>
                  <a:srgbClr val="78B497"/>
                </a:solidFill>
                <a:latin typeface="+mj-lt"/>
              </a:rPr>
              <a:t>+0,4 п.п.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1920240"/>
            <a:ext cx="2208276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>
                <a:solidFill>
                  <a:srgbClr val="58595B"/>
                </a:solidFill>
                <a:latin typeface="+mn-lt"/>
              </a:rPr>
              <a:t>доступность сервисов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60420" y="1234440"/>
            <a:ext cx="2619756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60420" y="1234440"/>
            <a:ext cx="82296" cy="1143000"/>
          </a:xfrm>
          <a:prstGeom prst="rect">
            <a:avLst/>
          </a:prstGeom>
          <a:solidFill>
            <a:srgbClr val="002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34740" y="1325880"/>
            <a:ext cx="2162556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0">
                <a:solidFill>
                  <a:srgbClr val="002882"/>
                </a:solidFill>
                <a:latin typeface="+mn-lt"/>
              </a:rPr>
              <a:t>4,2 мин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37176" y="1399032"/>
            <a:ext cx="9601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300" b="0">
                <a:solidFill>
                  <a:srgbClr val="E62632"/>
                </a:solidFill>
                <a:latin typeface="+mj-lt"/>
              </a:rPr>
              <a:t>-12%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4740" y="1920240"/>
            <a:ext cx="2208276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>
                <a:solidFill>
                  <a:srgbClr val="58595B"/>
                </a:solidFill>
                <a:latin typeface="+mn-lt"/>
              </a:rPr>
              <a:t>среднее время ответа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1234440"/>
            <a:ext cx="2619756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08776" y="1234440"/>
            <a:ext cx="82296" cy="1143000"/>
          </a:xfrm>
          <a:prstGeom prst="rect">
            <a:avLst/>
          </a:prstGeom>
          <a:solidFill>
            <a:srgbClr val="002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3096" y="1325880"/>
            <a:ext cx="2162556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0">
                <a:solidFill>
                  <a:srgbClr val="002882"/>
                </a:solidFill>
                <a:latin typeface="+mn-lt"/>
              </a:rPr>
              <a:t>87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5532" y="1399032"/>
            <a:ext cx="9601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300" b="0">
                <a:solidFill>
                  <a:srgbClr val="78B497"/>
                </a:solidFill>
                <a:latin typeface="+mj-lt"/>
              </a:rPr>
              <a:t>+5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3096" y="1920240"/>
            <a:ext cx="2208276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>
                <a:solidFill>
                  <a:srgbClr val="58595B"/>
                </a:solidFill>
                <a:latin typeface="+mn-lt"/>
              </a:rPr>
              <a:t>NPS цифровых каналов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57132" y="1234440"/>
            <a:ext cx="2619756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57132" y="1234440"/>
            <a:ext cx="82296" cy="1143000"/>
          </a:xfrm>
          <a:prstGeom prst="rect">
            <a:avLst/>
          </a:prstGeom>
          <a:solidFill>
            <a:srgbClr val="002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31452" y="1325880"/>
            <a:ext cx="2162556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000" b="0">
                <a:solidFill>
                  <a:srgbClr val="002882"/>
                </a:solidFill>
                <a:latin typeface="+mn-lt"/>
              </a:rPr>
              <a:t>1,3 млн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33888" y="1399032"/>
            <a:ext cx="9601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300" b="0">
                <a:solidFill>
                  <a:srgbClr val="E62632"/>
                </a:solidFill>
                <a:latin typeface="+mj-lt"/>
              </a:rPr>
              <a:t>-3%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31452" y="1920240"/>
            <a:ext cx="2208276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>
                <a:solidFill>
                  <a:srgbClr val="58595B"/>
                </a:solidFill>
                <a:latin typeface="+mn-lt"/>
              </a:rPr>
              <a:t>обращений в месяц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2064" y="2651760"/>
            <a:ext cx="7598664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512064" y="2651760"/>
            <a:ext cx="5319065" cy="438912"/>
          </a:xfrm>
          <a:custGeom>
            <a:avLst/>
            <a:gdLst/>
            <a:ahLst/>
            <a:cxnLst/>
            <a:rect l="l" t="t" r="r" b="b"/>
            <a:pathLst>
              <a:path w="5319065" h="438912">
                <a:moveTo>
                  <a:pt x="0" y="0"/>
                </a:moveTo>
                <a:lnTo>
                  <a:pt x="5319065" y="0"/>
                </a:lnTo>
                <a:lnTo>
                  <a:pt x="5158423" y="438912"/>
                </a:lnTo>
                <a:lnTo>
                  <a:pt x="0" y="438912"/>
                </a:lnTo>
                <a:close/>
              </a:path>
            </a:pathLst>
          </a:custGeom>
          <a:gradFill rotWithShape="1">
            <a:gsLst>
              <a:gs pos="50000">
                <a:srgbClr val="002882"/>
              </a:gs>
              <a:gs pos="100000">
                <a:srgbClr val="001E6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2688336"/>
            <a:ext cx="4865815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+mn-lt"/>
              </a:rPr>
              <a:t>Обращения, тыс.</a:t>
            </a:r>
          </a:p>
        </p:txBody>
      </p:sp>
      <p:graphicFrame>
        <p:nvGraphicFramePr>
          <p:cNvPr id="34" name="Chart 33"/>
          <p:cNvGraphicFramePr>
            <a:graphicFrameLocks noGrp="1"/>
          </p:cNvGraphicFramePr>
          <p:nvPr/>
        </p:nvGraphicFramePr>
        <p:xfrm>
          <a:off x="649224" y="3182112"/>
          <a:ext cx="7324344" cy="2971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5" name="Rectangle 34"/>
          <p:cNvSpPr/>
          <p:nvPr/>
        </p:nvSpPr>
        <p:spPr>
          <a:xfrm>
            <a:off x="8385048" y="2651760"/>
            <a:ext cx="3291840" cy="3566160"/>
          </a:xfrm>
          <a:prstGeom prst="rect">
            <a:avLst/>
          </a:prstGeom>
          <a:gradFill rotWithShape="1">
            <a:gsLst>
              <a:gs pos="0">
                <a:srgbClr val="002882"/>
              </a:gs>
              <a:gs pos="100000">
                <a:srgbClr val="001E6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13648" y="28346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>
                <a:solidFill>
                  <a:srgbClr val="5FC8FF"/>
                </a:solidFill>
                <a:latin typeface="+mj-lt"/>
              </a:rPr>
              <a:t>Выводы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13648" y="3291840"/>
            <a:ext cx="2834640" cy="274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buClr>
                <a:srgbClr val="00AAFF"/>
              </a:buClr>
              <a:buFont typeface="Arial"/>
              <a:buChar char="•"/>
            </a:pPr>
            <a:r>
              <a:rPr sz="1300" b="0">
                <a:solidFill>
                  <a:srgbClr val="FFFFFF"/>
                </a:solidFill>
                <a:latin typeface="+mn-lt"/>
              </a:rPr>
              <a:t>Доля бота растёт </a:t>
            </a:r>
            <a:r>
              <a:rPr sz="1300" b="0">
                <a:solidFill>
                  <a:srgbClr val="5FC8FF"/>
                </a:solidFill>
                <a:latin typeface="+mj-lt"/>
              </a:rPr>
              <a:t>6 месяцев подряд</a:t>
            </a:r>
          </a:p>
          <a:p>
            <a:pPr algn="l" marL="155448" indent="-155448">
              <a:spcBef>
                <a:spcPts val="600"/>
              </a:spcBef>
              <a:buClr>
                <a:srgbClr val="00AAFF"/>
              </a:buClr>
              <a:buFont typeface="Arial"/>
              <a:buChar char="•"/>
            </a:pPr>
            <a:r>
              <a:rPr sz="1300" b="0">
                <a:solidFill>
                  <a:srgbClr val="FFFFFF"/>
                </a:solidFill>
                <a:latin typeface="+mn-lt"/>
              </a:rPr>
              <a:t>Нагрузка на операторов снизилась на 15%</a:t>
            </a:r>
          </a:p>
          <a:p>
            <a:pPr algn="l" marL="155448" indent="-155448">
              <a:spcBef>
                <a:spcPts val="600"/>
              </a:spcBef>
              <a:buClr>
                <a:srgbClr val="00AAFF"/>
              </a:buClr>
              <a:buFont typeface="Arial"/>
              <a:buChar char="•"/>
            </a:pPr>
            <a:r>
              <a:rPr sz="1300" b="0">
                <a:solidFill>
                  <a:srgbClr val="FFFFFF"/>
                </a:solidFill>
                <a:latin typeface="+mn-lt"/>
              </a:rPr>
              <a:t>Цель — 70% обращений в боте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СТРУКТУРА ПОРТФЕЛЯ</a:t>
            </a:r>
          </a:p>
        </p:txBody>
      </p:sp>
      <p:sp>
        <p:nvSpPr>
          <p:cNvPr id="11" name="Номер слайда 3">
            <a:extLst>
              <a:ext uri="{FF2B5EF4-FFF2-40B4-BE49-F238E27FC236}">
                <a16:creationId xmlns:a16="http://schemas.microsoft.com/office/drawing/2014/main" id="{A8D8CCBB-60F1-421E-BD7C-5B2872A3F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0352" y="6437938"/>
            <a:ext cx="5096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fld id="{7E1A2DEA-0812-41F9-88C5-48F7F643210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2" name="Rectangle 11"/>
          <p:cNvSpPr/>
          <p:nvPr/>
        </p:nvSpPr>
        <p:spPr>
          <a:xfrm>
            <a:off x="512064" y="1234440"/>
            <a:ext cx="7918704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512064" y="1234440"/>
            <a:ext cx="5543093" cy="457200"/>
          </a:xfrm>
          <a:custGeom>
            <a:avLst/>
            <a:gdLst/>
            <a:ahLst/>
            <a:cxnLst/>
            <a:rect l="l" t="t" r="r" b="b"/>
            <a:pathLst>
              <a:path w="5543093" h="457200">
                <a:moveTo>
                  <a:pt x="0" y="0"/>
                </a:moveTo>
                <a:lnTo>
                  <a:pt x="5543093" y="0"/>
                </a:lnTo>
                <a:lnTo>
                  <a:pt x="5375758" y="457200"/>
                </a:lnTo>
                <a:lnTo>
                  <a:pt x="0" y="457200"/>
                </a:lnTo>
                <a:close/>
              </a:path>
            </a:pathLst>
          </a:custGeom>
          <a:gradFill rotWithShape="1">
            <a:gsLst>
              <a:gs pos="50000">
                <a:srgbClr val="002882"/>
              </a:gs>
              <a:gs pos="100000">
                <a:srgbClr val="001E6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271016"/>
            <a:ext cx="508315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+mn-lt"/>
              </a:rPr>
              <a:t>Доля продуктов, %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649224" y="1828800"/>
          <a:ext cx="7644384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Rectangle 14"/>
          <p:cNvSpPr/>
          <p:nvPr/>
        </p:nvSpPr>
        <p:spPr>
          <a:xfrm>
            <a:off x="8705088" y="1234440"/>
            <a:ext cx="2971800" cy="4206240"/>
          </a:xfrm>
          <a:prstGeom prst="rect">
            <a:avLst/>
          </a:prstGeom>
          <a:gradFill rotWithShape="1">
            <a:gsLst>
              <a:gs pos="0">
                <a:srgbClr val="00AAFF"/>
              </a:gs>
              <a:gs pos="100000">
                <a:srgbClr val="0091DA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33688" y="1463040"/>
            <a:ext cx="2514600" cy="3749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buClr>
                <a:srgbClr val="FFFFFF"/>
              </a:buClr>
              <a:buFont typeface="Arial"/>
              <a:buChar char="•"/>
            </a:pPr>
            <a:r>
              <a:rPr sz="1400" b="0">
                <a:solidFill>
                  <a:srgbClr val="FFFFFF"/>
                </a:solidFill>
                <a:latin typeface="+mn-lt"/>
              </a:rPr>
              <a:t>Ипотека — </a:t>
            </a:r>
            <a:r>
              <a:rPr sz="1400" b="0">
                <a:solidFill>
                  <a:srgbClr val="FFFFFF"/>
                </a:solidFill>
                <a:latin typeface="+mj-lt"/>
              </a:rPr>
              <a:t>крупнейший</a:t>
            </a:r>
            <a:r>
              <a:rPr sz="1400" b="0">
                <a:solidFill>
                  <a:srgbClr val="FFFFFF"/>
                </a:solidFill>
                <a:latin typeface="+mn-lt"/>
              </a:rPr>
              <a:t> сегмент портфеля</a:t>
            </a:r>
          </a:p>
          <a:p>
            <a:pPr algn="l" marL="155448" indent="-155448">
              <a:spcBef>
                <a:spcPts val="800"/>
              </a:spcBef>
              <a:buClr>
                <a:srgbClr val="FFFFFF"/>
              </a:buClr>
              <a:buFont typeface="Arial"/>
              <a:buChar char="•"/>
            </a:pPr>
            <a:r>
              <a:rPr sz="1400" b="0">
                <a:solidFill>
                  <a:srgbClr val="FFFFFF"/>
                </a:solidFill>
                <a:latin typeface="+mn-lt"/>
              </a:rPr>
              <a:t>Карты растут быстрее рынка</a:t>
            </a:r>
          </a:p>
          <a:p>
            <a:pPr algn="l" marL="155448" indent="-155448">
              <a:spcBef>
                <a:spcPts val="800"/>
              </a:spcBef>
              <a:buClr>
                <a:srgbClr val="FFFFFF"/>
              </a:buClr>
              <a:buFont typeface="Arial"/>
              <a:buChar char="•"/>
            </a:pPr>
            <a:r>
              <a:rPr sz="1400" b="0">
                <a:solidFill>
                  <a:srgbClr val="FFFFFF"/>
                </a:solidFill>
                <a:latin typeface="+mn-lt"/>
              </a:rPr>
              <a:t>Автокредиты — точка роста на 2027 год</a:t>
            </a:r>
          </a:p>
        </p:txBody>
      </p:sp>
      <p:sp>
        <p:nvSpPr>
          <p:cNvPr id="4" name="Freeform 3"/>
          <p:cNvSpPr/>
          <p:nvPr/>
        </p:nvSpPr>
        <p:spPr>
          <a:xfrm>
            <a:off x="512064" y="5623560"/>
            <a:ext cx="2103120" cy="594360"/>
          </a:xfrm>
          <a:custGeom>
            <a:avLst/>
            <a:gdLst/>
            <a:ahLst/>
            <a:cxnLst/>
            <a:rect l="l" t="t" r="r" b="b"/>
            <a:pathLst>
              <a:path w="2103120" h="594360">
                <a:moveTo>
                  <a:pt x="0" y="0"/>
                </a:moveTo>
                <a:lnTo>
                  <a:pt x="2103120" y="0"/>
                </a:lnTo>
                <a:lnTo>
                  <a:pt x="1885584" y="594360"/>
                </a:lnTo>
                <a:lnTo>
                  <a:pt x="0" y="594360"/>
                </a:lnTo>
                <a:close/>
              </a:path>
            </a:pathLst>
          </a:custGeom>
          <a:gradFill rotWithShape="1">
            <a:gsLst>
              <a:gs pos="0">
                <a:srgbClr val="00AAFF"/>
              </a:gs>
              <a:gs pos="100000">
                <a:srgbClr val="0091DA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5660136"/>
            <a:ext cx="1592976" cy="5212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+mn-lt"/>
              </a:rPr>
              <a:t>Вывод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6624" y="5623560"/>
            <a:ext cx="8970264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>
                <a:solidFill>
                  <a:srgbClr val="1C1C1C"/>
                </a:solidFill>
                <a:latin typeface="+mn-lt"/>
              </a:rPr>
              <a:t>Портфель диверсифицирован; рост обеспечивают ипотека и карточные продукты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ФАКТОРЫ ИЗМЕНЕНИЯ ПРИБЫЛИ</a:t>
            </a:r>
          </a:p>
        </p:txBody>
      </p:sp>
      <p:sp>
        <p:nvSpPr>
          <p:cNvPr id="11" name="Номер слайда 3">
            <a:extLst>
              <a:ext uri="{FF2B5EF4-FFF2-40B4-BE49-F238E27FC236}">
                <a16:creationId xmlns:a16="http://schemas.microsoft.com/office/drawing/2014/main" id="{A8D8CCBB-60F1-421E-BD7C-5B2872A3F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0352" y="6437938"/>
            <a:ext cx="5096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fld id="{7E1A2DEA-0812-41F9-88C5-48F7F643210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2" name="Rectangle 11"/>
          <p:cNvSpPr/>
          <p:nvPr/>
        </p:nvSpPr>
        <p:spPr>
          <a:xfrm>
            <a:off x="512064" y="1234440"/>
            <a:ext cx="7918704" cy="49834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512064" y="1234440"/>
            <a:ext cx="5543093" cy="457200"/>
          </a:xfrm>
          <a:custGeom>
            <a:avLst/>
            <a:gdLst/>
            <a:ahLst/>
            <a:cxnLst/>
            <a:rect l="l" t="t" r="r" b="b"/>
            <a:pathLst>
              <a:path w="5543093" h="457200">
                <a:moveTo>
                  <a:pt x="0" y="0"/>
                </a:moveTo>
                <a:lnTo>
                  <a:pt x="5543093" y="0"/>
                </a:lnTo>
                <a:lnTo>
                  <a:pt x="5375758" y="457200"/>
                </a:lnTo>
                <a:lnTo>
                  <a:pt x="0" y="457200"/>
                </a:lnTo>
                <a:close/>
              </a:path>
            </a:pathLst>
          </a:custGeom>
          <a:gradFill rotWithShape="1">
            <a:gsLst>
              <a:gs pos="50000">
                <a:srgbClr val="002882"/>
              </a:gs>
              <a:gs pos="100000">
                <a:srgbClr val="001E6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271016"/>
            <a:ext cx="508315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+mn-lt"/>
              </a:rPr>
              <a:t>Прибыль, млрд руб.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649224" y="1828800"/>
          <a:ext cx="7644384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Rectangle 14"/>
          <p:cNvSpPr/>
          <p:nvPr/>
        </p:nvSpPr>
        <p:spPr>
          <a:xfrm>
            <a:off x="8705088" y="1234440"/>
            <a:ext cx="2971800" cy="4983480"/>
          </a:xfrm>
          <a:prstGeom prst="rect">
            <a:avLst/>
          </a:prstGeom>
          <a:gradFill rotWithShape="1">
            <a:gsLst>
              <a:gs pos="0">
                <a:srgbClr val="00AAFF"/>
              </a:gs>
              <a:gs pos="100000">
                <a:srgbClr val="0091DA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33688" y="1463040"/>
            <a:ext cx="2514600" cy="4526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buClr>
                <a:srgbClr val="FFFFFF"/>
              </a:buClr>
              <a:buFont typeface="Arial"/>
              <a:buChar char="•"/>
            </a:pPr>
            <a:r>
              <a:rPr sz="1400" b="0">
                <a:solidFill>
                  <a:srgbClr val="FFFFFF"/>
                </a:solidFill>
                <a:latin typeface="+mn-lt"/>
              </a:rPr>
              <a:t>Рост обеспечен </a:t>
            </a:r>
            <a:r>
              <a:rPr sz="1400" b="0">
                <a:solidFill>
                  <a:srgbClr val="FFFFFF"/>
                </a:solidFill>
                <a:latin typeface="+mj-lt"/>
              </a:rPr>
              <a:t>процентным доходом</a:t>
            </a:r>
          </a:p>
          <a:p>
            <a:pPr algn="l" marL="155448" indent="-155448">
              <a:spcBef>
                <a:spcPts val="800"/>
              </a:spcBef>
              <a:buClr>
                <a:srgbClr val="FFFFFF"/>
              </a:buClr>
              <a:buFont typeface="Arial"/>
              <a:buChar char="•"/>
            </a:pPr>
            <a:r>
              <a:rPr sz="1400" b="0">
                <a:solidFill>
                  <a:srgbClr val="FFFFFF"/>
                </a:solidFill>
                <a:latin typeface="+mn-lt"/>
              </a:rPr>
              <a:t>Расходы выросли на 22 млрд</a:t>
            </a:r>
          </a:p>
          <a:p>
            <a:pPr algn="l" marL="155448" indent="-155448">
              <a:spcBef>
                <a:spcPts val="800"/>
              </a:spcBef>
              <a:buClr>
                <a:srgbClr val="FFFFFF"/>
              </a:buClr>
              <a:buFont typeface="Arial"/>
              <a:buChar char="•"/>
            </a:pPr>
            <a:r>
              <a:rPr sz="1400" b="0">
                <a:solidFill>
                  <a:srgbClr val="FFFFFF"/>
                </a:solidFill>
                <a:latin typeface="+mn-lt"/>
              </a:rPr>
              <a:t>Итог: </a:t>
            </a:r>
            <a:r>
              <a:rPr sz="1400" b="0">
                <a:solidFill>
                  <a:srgbClr val="FFFFFF"/>
                </a:solidFill>
                <a:latin typeface="+mj-lt"/>
              </a:rPr>
              <a:t>+20 млрд</a:t>
            </a:r>
            <a:r>
              <a:rPr sz="1400" b="0">
                <a:solidFill>
                  <a:srgbClr val="FFFFFF"/>
                </a:solidFill>
                <a:latin typeface="+mn-lt"/>
              </a:rPr>
              <a:t> к прошлому году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Номер слайда 3">
            <a:extLst>
              <a:ext uri="{FF2B5EF4-FFF2-40B4-BE49-F238E27FC236}">
                <a16:creationId xmlns:a16="http://schemas.microsoft.com/office/drawing/2014/main" id="{A8D8CCBB-60F1-421E-BD7C-5B2872A3F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0352" y="6437938"/>
            <a:ext cx="5096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fld id="{7E1A2DEA-0812-41F9-88C5-48F7F643210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Freeform 1"/>
          <p:cNvSpPr/>
          <p:nvPr/>
        </p:nvSpPr>
        <p:spPr>
          <a:xfrm>
            <a:off x="0" y="2331720"/>
            <a:ext cx="2926080" cy="1143000"/>
          </a:xfrm>
          <a:custGeom>
            <a:avLst/>
            <a:gdLst/>
            <a:ahLst/>
            <a:cxnLst/>
            <a:rect l="l" t="t" r="r" b="b"/>
            <a:pathLst>
              <a:path w="2926080" h="1143000">
                <a:moveTo>
                  <a:pt x="0" y="0"/>
                </a:moveTo>
                <a:lnTo>
                  <a:pt x="2926080" y="0"/>
                </a:lnTo>
                <a:lnTo>
                  <a:pt x="2507742" y="1143000"/>
                </a:lnTo>
                <a:lnTo>
                  <a:pt x="0" y="1143000"/>
                </a:lnTo>
                <a:close/>
              </a:path>
            </a:pathLst>
          </a:custGeom>
          <a:gradFill rotWithShape="1">
            <a:gsLst>
              <a:gs pos="0">
                <a:srgbClr val="00AAFF"/>
              </a:gs>
              <a:gs pos="100000">
                <a:srgbClr val="0091DA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" y="2331720"/>
            <a:ext cx="2103120" cy="1143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000" b="0">
                <a:solidFill>
                  <a:srgbClr val="FFFFFF"/>
                </a:solidFill>
                <a:latin typeface="+mj-lt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3749040"/>
            <a:ext cx="868680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+mj-lt"/>
              </a:rPr>
              <a:t>Клиентский путь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ВОРОНКА ЦИФРОВЫХ ПРОДАЖ</a:t>
            </a:r>
          </a:p>
        </p:txBody>
      </p:sp>
      <p:sp>
        <p:nvSpPr>
          <p:cNvPr id="11" name="Номер слайда 3">
            <a:extLst>
              <a:ext uri="{FF2B5EF4-FFF2-40B4-BE49-F238E27FC236}">
                <a16:creationId xmlns:a16="http://schemas.microsoft.com/office/drawing/2014/main" id="{A8D8CCBB-60F1-421E-BD7C-5B2872A3F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0352" y="6437938"/>
            <a:ext cx="5096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fld id="{7E1A2DEA-0812-41F9-88C5-48F7F643210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Freeform 1"/>
          <p:cNvSpPr/>
          <p:nvPr/>
        </p:nvSpPr>
        <p:spPr>
          <a:xfrm>
            <a:off x="3992728" y="1325880"/>
            <a:ext cx="4206240" cy="905256"/>
          </a:xfrm>
          <a:custGeom>
            <a:avLst/>
            <a:gdLst/>
            <a:ahLst/>
            <a:cxnLst/>
            <a:rect l="l" t="t" r="r" b="b"/>
            <a:pathLst>
              <a:path w="4206240" h="905256">
                <a:moveTo>
                  <a:pt x="0" y="0"/>
                </a:moveTo>
                <a:lnTo>
                  <a:pt x="4206240" y="0"/>
                </a:lnTo>
                <a:lnTo>
                  <a:pt x="3886200" y="905256"/>
                </a:lnTo>
                <a:lnTo>
                  <a:pt x="320040" y="905256"/>
                </a:lnTo>
                <a:close/>
              </a:path>
            </a:pathLst>
          </a:custGeom>
          <a:gradFill rotWithShape="1">
            <a:gsLst>
              <a:gs pos="0">
                <a:srgbClr val="001E62"/>
              </a:gs>
              <a:gs pos="100000">
                <a:srgbClr val="001E62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2768" y="1325880"/>
            <a:ext cx="3566160" cy="9052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+mn-lt"/>
              </a:rPr>
              <a:t>100%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130388" y="1778508"/>
            <a:ext cx="61722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8674456" y="1705356"/>
            <a:ext cx="146304" cy="146304"/>
          </a:xfrm>
          <a:prstGeom prst="ellipse">
            <a:avLst/>
          </a:prstGeom>
          <a:solidFill>
            <a:srgbClr val="00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76208" y="134416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600" b="0">
                <a:solidFill>
                  <a:srgbClr val="002882"/>
                </a:solidFill>
                <a:latin typeface="+mj-lt"/>
              </a:rPr>
              <a:t>Охват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6208" y="1796796"/>
            <a:ext cx="3108960" cy="4343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>
                <a:solidFill>
                  <a:srgbClr val="58595B"/>
                </a:solidFill>
                <a:latin typeface="+mn-lt"/>
              </a:rPr>
              <a:t>Пользователи, увидевшие предложение</a:t>
            </a:r>
          </a:p>
        </p:txBody>
      </p:sp>
      <p:sp>
        <p:nvSpPr>
          <p:cNvPr id="4" name="Freeform 3"/>
          <p:cNvSpPr/>
          <p:nvPr/>
        </p:nvSpPr>
        <p:spPr>
          <a:xfrm>
            <a:off x="4312768" y="2286000"/>
            <a:ext cx="3566160" cy="905256"/>
          </a:xfrm>
          <a:custGeom>
            <a:avLst/>
            <a:gdLst/>
            <a:ahLst/>
            <a:cxnLst/>
            <a:rect l="l" t="t" r="r" b="b"/>
            <a:pathLst>
              <a:path w="3566160" h="905256">
                <a:moveTo>
                  <a:pt x="0" y="0"/>
                </a:moveTo>
                <a:lnTo>
                  <a:pt x="3566160" y="0"/>
                </a:lnTo>
                <a:lnTo>
                  <a:pt x="3246120" y="905256"/>
                </a:lnTo>
                <a:lnTo>
                  <a:pt x="320040" y="905256"/>
                </a:lnTo>
                <a:close/>
              </a:path>
            </a:pathLst>
          </a:custGeom>
          <a:gradFill rotWithShape="1">
            <a:gsLst>
              <a:gs pos="0">
                <a:srgbClr val="004189"/>
              </a:gs>
              <a:gs pos="100000">
                <a:srgbClr val="00387F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32808" y="2286000"/>
            <a:ext cx="2926080" cy="9052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+mn-lt"/>
              </a:rPr>
              <a:t>42%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444088" y="2738628"/>
            <a:ext cx="93726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370936" y="2665476"/>
            <a:ext cx="146304" cy="146304"/>
          </a:xfrm>
          <a:prstGeom prst="ellipse">
            <a:avLst/>
          </a:prstGeom>
          <a:solidFill>
            <a:srgbClr val="00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528" y="230428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/>
            <a:r>
              <a:rPr sz="1600" b="0">
                <a:solidFill>
                  <a:srgbClr val="002882"/>
                </a:solidFill>
                <a:latin typeface="+mj-lt"/>
              </a:rPr>
              <a:t>Интерес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528" y="2756916"/>
            <a:ext cx="3108960" cy="4343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300" b="0">
                <a:solidFill>
                  <a:srgbClr val="58595B"/>
                </a:solidFill>
                <a:latin typeface="+mn-lt"/>
              </a:rPr>
              <a:t>Перешли в карточку продукта</a:t>
            </a:r>
          </a:p>
        </p:txBody>
      </p:sp>
      <p:sp>
        <p:nvSpPr>
          <p:cNvPr id="5" name="Freeform 4"/>
          <p:cNvSpPr/>
          <p:nvPr/>
        </p:nvSpPr>
        <p:spPr>
          <a:xfrm>
            <a:off x="4632808" y="3246120"/>
            <a:ext cx="2926080" cy="905256"/>
          </a:xfrm>
          <a:custGeom>
            <a:avLst/>
            <a:gdLst/>
            <a:ahLst/>
            <a:cxnLst/>
            <a:rect l="l" t="t" r="r" b="b"/>
            <a:pathLst>
              <a:path w="2926080" h="905256">
                <a:moveTo>
                  <a:pt x="0" y="0"/>
                </a:moveTo>
                <a:lnTo>
                  <a:pt x="2926080" y="0"/>
                </a:lnTo>
                <a:lnTo>
                  <a:pt x="2606040" y="905256"/>
                </a:lnTo>
                <a:lnTo>
                  <a:pt x="320040" y="905256"/>
                </a:lnTo>
                <a:close/>
              </a:path>
            </a:pathLst>
          </a:custGeom>
          <a:gradFill rotWithShape="1">
            <a:gsLst>
              <a:gs pos="0">
                <a:srgbClr val="0064B0"/>
              </a:gs>
              <a:gs pos="100000">
                <a:srgbClr val="00529C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52848" y="3246120"/>
            <a:ext cx="2286000" cy="9052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+mn-lt"/>
              </a:rPr>
              <a:t>18%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490308" y="3698748"/>
            <a:ext cx="12573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8674456" y="3625596"/>
            <a:ext cx="146304" cy="146304"/>
          </a:xfrm>
          <a:prstGeom prst="ellipse">
            <a:avLst/>
          </a:prstGeom>
          <a:solidFill>
            <a:srgbClr val="00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76208" y="326440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600" b="0">
                <a:solidFill>
                  <a:srgbClr val="002882"/>
                </a:solidFill>
                <a:latin typeface="+mj-lt"/>
              </a:rPr>
              <a:t>Заявка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6208" y="3717036"/>
            <a:ext cx="3108960" cy="4343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>
                <a:solidFill>
                  <a:srgbClr val="58595B"/>
                </a:solidFill>
                <a:latin typeface="+mn-lt"/>
              </a:rPr>
              <a:t>Заполнили заявку</a:t>
            </a:r>
          </a:p>
        </p:txBody>
      </p:sp>
      <p:sp>
        <p:nvSpPr>
          <p:cNvPr id="6" name="Freeform 5"/>
          <p:cNvSpPr/>
          <p:nvPr/>
        </p:nvSpPr>
        <p:spPr>
          <a:xfrm>
            <a:off x="4952848" y="4206240"/>
            <a:ext cx="2286000" cy="905256"/>
          </a:xfrm>
          <a:custGeom>
            <a:avLst/>
            <a:gdLst/>
            <a:ahLst/>
            <a:cxnLst/>
            <a:rect l="l" t="t" r="r" b="b"/>
            <a:pathLst>
              <a:path w="2286000" h="905256">
                <a:moveTo>
                  <a:pt x="0" y="0"/>
                </a:moveTo>
                <a:lnTo>
                  <a:pt x="2286000" y="0"/>
                </a:lnTo>
                <a:lnTo>
                  <a:pt x="1965960" y="905256"/>
                </a:lnTo>
                <a:lnTo>
                  <a:pt x="320040" y="905256"/>
                </a:lnTo>
                <a:close/>
              </a:path>
            </a:pathLst>
          </a:custGeom>
          <a:gradFill rotWithShape="1">
            <a:gsLst>
              <a:gs pos="0">
                <a:srgbClr val="0087D8"/>
              </a:gs>
              <a:gs pos="100000">
                <a:srgbClr val="006DBA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72888" y="4206240"/>
            <a:ext cx="1645920" cy="9052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+mn-lt"/>
              </a:rPr>
              <a:t>11%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444088" y="4658868"/>
            <a:ext cx="157734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3370936" y="4585716"/>
            <a:ext cx="146304" cy="146304"/>
          </a:xfrm>
          <a:prstGeom prst="ellipse">
            <a:avLst/>
          </a:prstGeom>
          <a:solidFill>
            <a:srgbClr val="00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528" y="422452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/>
            <a:r>
              <a:rPr sz="1600" b="0">
                <a:solidFill>
                  <a:srgbClr val="002882"/>
                </a:solidFill>
                <a:latin typeface="+mj-lt"/>
              </a:rPr>
              <a:t>Одобрение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528" y="4677156"/>
            <a:ext cx="3108960" cy="4343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300" b="0">
                <a:solidFill>
                  <a:srgbClr val="58595B"/>
                </a:solidFill>
                <a:latin typeface="+mn-lt"/>
              </a:rPr>
              <a:t>Получили положительное решение</a:t>
            </a:r>
          </a:p>
        </p:txBody>
      </p:sp>
      <p:sp>
        <p:nvSpPr>
          <p:cNvPr id="7" name="Freeform 6"/>
          <p:cNvSpPr/>
          <p:nvPr/>
        </p:nvSpPr>
        <p:spPr>
          <a:xfrm>
            <a:off x="5272888" y="5166360"/>
            <a:ext cx="1645920" cy="905256"/>
          </a:xfrm>
          <a:custGeom>
            <a:avLst/>
            <a:gdLst/>
            <a:ahLst/>
            <a:cxnLst/>
            <a:rect l="l" t="t" r="r" b="b"/>
            <a:pathLst>
              <a:path w="1645920" h="905256">
                <a:moveTo>
                  <a:pt x="0" y="0"/>
                </a:moveTo>
                <a:lnTo>
                  <a:pt x="1645920" y="0"/>
                </a:lnTo>
                <a:lnTo>
                  <a:pt x="1325880" y="905256"/>
                </a:lnTo>
                <a:lnTo>
                  <a:pt x="320040" y="905256"/>
                </a:lnTo>
                <a:close/>
              </a:path>
            </a:pathLst>
          </a:custGeom>
          <a:gradFill rotWithShape="1">
            <a:gsLst>
              <a:gs pos="0">
                <a:srgbClr val="00AAFF"/>
              </a:gs>
              <a:gs pos="100000">
                <a:srgbClr val="0087D8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92928" y="5166360"/>
            <a:ext cx="1005840" cy="9052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+mn-lt"/>
              </a:rPr>
              <a:t>8%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850228" y="5618988"/>
            <a:ext cx="189738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8674456" y="5545836"/>
            <a:ext cx="146304" cy="146304"/>
          </a:xfrm>
          <a:prstGeom prst="ellipse">
            <a:avLst/>
          </a:prstGeom>
          <a:solidFill>
            <a:srgbClr val="00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76208" y="518464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600" b="0">
                <a:solidFill>
                  <a:srgbClr val="002882"/>
                </a:solidFill>
                <a:latin typeface="+mj-lt"/>
              </a:rPr>
              <a:t>Выдача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76208" y="5637276"/>
            <a:ext cx="3108960" cy="4343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>
                <a:solidFill>
                  <a:srgbClr val="58595B"/>
                </a:solidFill>
                <a:latin typeface="+mn-lt"/>
              </a:rPr>
              <a:t>Оформили продукт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ПУТЬ КЛИЕНТА</a:t>
            </a:r>
          </a:p>
        </p:txBody>
      </p:sp>
      <p:sp>
        <p:nvSpPr>
          <p:cNvPr id="11" name="Номер слайда 3">
            <a:extLst>
              <a:ext uri="{FF2B5EF4-FFF2-40B4-BE49-F238E27FC236}">
                <a16:creationId xmlns:a16="http://schemas.microsoft.com/office/drawing/2014/main" id="{A8D8CCBB-60F1-421E-BD7C-5B2872A3F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0352" y="6437938"/>
            <a:ext cx="5096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fld id="{7E1A2DEA-0812-41F9-88C5-48F7F643210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Freeform 1"/>
          <p:cNvSpPr/>
          <p:nvPr/>
        </p:nvSpPr>
        <p:spPr>
          <a:xfrm>
            <a:off x="512064" y="2057400"/>
            <a:ext cx="2553005" cy="1143000"/>
          </a:xfrm>
          <a:custGeom>
            <a:avLst/>
            <a:gdLst/>
            <a:ahLst/>
            <a:cxnLst/>
            <a:rect l="l" t="t" r="r" b="b"/>
            <a:pathLst>
              <a:path w="2553005" h="1143000">
                <a:moveTo>
                  <a:pt x="0" y="0"/>
                </a:moveTo>
                <a:lnTo>
                  <a:pt x="2187245" y="0"/>
                </a:lnTo>
                <a:lnTo>
                  <a:pt x="2553005" y="571500"/>
                </a:lnTo>
                <a:lnTo>
                  <a:pt x="2187245" y="1143000"/>
                </a:lnTo>
                <a:lnTo>
                  <a:pt x="0" y="1143000"/>
                </a:lnTo>
                <a:close/>
              </a:path>
            </a:pathLst>
          </a:custGeom>
          <a:gradFill rotWithShape="1">
            <a:gsLst>
              <a:gs pos="0">
                <a:srgbClr val="00AAFF"/>
              </a:gs>
              <a:gs pos="100000">
                <a:srgbClr val="0080D0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pic>
        <p:nvPicPr>
          <p:cNvPr id="12" name="Picture 11" descr="search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066" y="2359152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3504" y="3566160"/>
            <a:ext cx="1958645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>
                <a:solidFill>
                  <a:srgbClr val="002882"/>
                </a:solidFill>
                <a:latin typeface="+mj-lt"/>
              </a:rPr>
              <a:t>Узнаёт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3504" y="4069080"/>
            <a:ext cx="457200" cy="0"/>
          </a:xfrm>
          <a:prstGeom prst="line">
            <a:avLst/>
          </a:prstGeom>
          <a:ln w="19050">
            <a:solidFill>
              <a:srgbClr val="00A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03504" y="4206240"/>
            <a:ext cx="1958645" cy="2011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>
                <a:solidFill>
                  <a:srgbClr val="1C1C1C"/>
                </a:solidFill>
                <a:latin typeface="+mn-lt"/>
              </a:rPr>
              <a:t>Реклама, рекомендации, поиск</a:t>
            </a:r>
          </a:p>
        </p:txBody>
      </p:sp>
      <p:sp>
        <p:nvSpPr>
          <p:cNvPr id="4" name="Freeform 3"/>
          <p:cNvSpPr/>
          <p:nvPr/>
        </p:nvSpPr>
        <p:spPr>
          <a:xfrm>
            <a:off x="2745029" y="2057400"/>
            <a:ext cx="2553005" cy="1143000"/>
          </a:xfrm>
          <a:custGeom>
            <a:avLst/>
            <a:gdLst/>
            <a:ahLst/>
            <a:cxnLst/>
            <a:rect l="l" t="t" r="r" b="b"/>
            <a:pathLst>
              <a:path w="2553005" h="1143000">
                <a:moveTo>
                  <a:pt x="0" y="0"/>
                </a:moveTo>
                <a:lnTo>
                  <a:pt x="2187245" y="0"/>
                </a:lnTo>
                <a:lnTo>
                  <a:pt x="2553005" y="571500"/>
                </a:lnTo>
                <a:lnTo>
                  <a:pt x="2187245" y="1143000"/>
                </a:lnTo>
                <a:lnTo>
                  <a:pt x="0" y="1143000"/>
                </a:lnTo>
                <a:lnTo>
                  <a:pt x="365760" y="571500"/>
                </a:lnTo>
                <a:close/>
              </a:path>
            </a:pathLst>
          </a:custGeom>
          <a:gradFill rotWithShape="1">
            <a:gsLst>
              <a:gs pos="0">
                <a:srgbClr val="008AE0"/>
              </a:gs>
              <a:gs pos="100000">
                <a:srgbClr val="006ABA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pic>
        <p:nvPicPr>
          <p:cNvPr id="16" name="Picture 15" descr="monitor-search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5791" y="2359152"/>
            <a:ext cx="457200" cy="457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836469" y="3566160"/>
            <a:ext cx="1958645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>
                <a:solidFill>
                  <a:srgbClr val="002882"/>
                </a:solidFill>
                <a:latin typeface="+mj-lt"/>
              </a:rPr>
              <a:t>Выбирает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836469" y="4069080"/>
            <a:ext cx="457200" cy="0"/>
          </a:xfrm>
          <a:prstGeom prst="line">
            <a:avLst/>
          </a:prstGeom>
          <a:ln w="19050">
            <a:solidFill>
              <a:srgbClr val="00A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836469" y="4206240"/>
            <a:ext cx="1958645" cy="2011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>
                <a:solidFill>
                  <a:srgbClr val="1C1C1C"/>
                </a:solidFill>
                <a:latin typeface="+mn-lt"/>
              </a:rPr>
              <a:t>Сравнивает условия в приложении</a:t>
            </a:r>
          </a:p>
        </p:txBody>
      </p:sp>
      <p:sp>
        <p:nvSpPr>
          <p:cNvPr id="5" name="Freeform 4"/>
          <p:cNvSpPr/>
          <p:nvPr/>
        </p:nvSpPr>
        <p:spPr>
          <a:xfrm>
            <a:off x="4977994" y="2057400"/>
            <a:ext cx="2553004" cy="1143000"/>
          </a:xfrm>
          <a:custGeom>
            <a:avLst/>
            <a:gdLst/>
            <a:ahLst/>
            <a:cxnLst/>
            <a:rect l="l" t="t" r="r" b="b"/>
            <a:pathLst>
              <a:path w="2553004" h="1143000">
                <a:moveTo>
                  <a:pt x="0" y="0"/>
                </a:moveTo>
                <a:lnTo>
                  <a:pt x="2187244" y="0"/>
                </a:lnTo>
                <a:lnTo>
                  <a:pt x="2553004" y="571500"/>
                </a:lnTo>
                <a:lnTo>
                  <a:pt x="2187244" y="1143000"/>
                </a:lnTo>
                <a:lnTo>
                  <a:pt x="0" y="1143000"/>
                </a:lnTo>
                <a:lnTo>
                  <a:pt x="365760" y="571500"/>
                </a:lnTo>
                <a:close/>
              </a:path>
            </a:pathLst>
          </a:custGeom>
          <a:gradFill rotWithShape="1">
            <a:gsLst>
              <a:gs pos="0">
                <a:srgbClr val="0069C0"/>
              </a:gs>
              <a:gs pos="100000">
                <a:srgbClr val="0052A4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pic>
        <p:nvPicPr>
          <p:cNvPr id="20" name="Picture 19" descr="document-edit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8756" y="2359152"/>
            <a:ext cx="457200" cy="457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069434" y="3566160"/>
            <a:ext cx="1958645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>
                <a:solidFill>
                  <a:srgbClr val="002882"/>
                </a:solidFill>
                <a:latin typeface="+mj-lt"/>
              </a:rPr>
              <a:t>Оформляет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69434" y="4069080"/>
            <a:ext cx="457200" cy="0"/>
          </a:xfrm>
          <a:prstGeom prst="line">
            <a:avLst/>
          </a:prstGeom>
          <a:ln w="19050">
            <a:solidFill>
              <a:srgbClr val="00A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69434" y="4206240"/>
            <a:ext cx="1958645" cy="2011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>
                <a:solidFill>
                  <a:srgbClr val="1C1C1C"/>
                </a:solidFill>
                <a:latin typeface="+mn-lt"/>
              </a:rPr>
              <a:t>Заявка онлайн за 5 минут</a:t>
            </a:r>
          </a:p>
        </p:txBody>
      </p:sp>
      <p:sp>
        <p:nvSpPr>
          <p:cNvPr id="6" name="Freeform 5"/>
          <p:cNvSpPr/>
          <p:nvPr/>
        </p:nvSpPr>
        <p:spPr>
          <a:xfrm>
            <a:off x="7210958" y="2057400"/>
            <a:ext cx="2553005" cy="1143000"/>
          </a:xfrm>
          <a:custGeom>
            <a:avLst/>
            <a:gdLst/>
            <a:ahLst/>
            <a:cxnLst/>
            <a:rect l="l" t="t" r="r" b="b"/>
            <a:pathLst>
              <a:path w="2553005" h="1143000">
                <a:moveTo>
                  <a:pt x="0" y="0"/>
                </a:moveTo>
                <a:lnTo>
                  <a:pt x="2187245" y="0"/>
                </a:lnTo>
                <a:lnTo>
                  <a:pt x="2553005" y="571500"/>
                </a:lnTo>
                <a:lnTo>
                  <a:pt x="2187245" y="1143000"/>
                </a:lnTo>
                <a:lnTo>
                  <a:pt x="0" y="1143000"/>
                </a:lnTo>
                <a:lnTo>
                  <a:pt x="365760" y="571500"/>
                </a:lnTo>
                <a:close/>
              </a:path>
            </a:pathLst>
          </a:custGeom>
          <a:gradFill rotWithShape="1">
            <a:gsLst>
              <a:gs pos="0">
                <a:srgbClr val="0048A1"/>
              </a:gs>
              <a:gs pos="100000">
                <a:srgbClr val="003B8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pic>
        <p:nvPicPr>
          <p:cNvPr id="24" name="Picture 23" descr="card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1721" y="2359152"/>
            <a:ext cx="457200" cy="4572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302398" y="3566160"/>
            <a:ext cx="1958645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>
                <a:solidFill>
                  <a:srgbClr val="002882"/>
                </a:solidFill>
                <a:latin typeface="+mj-lt"/>
              </a:rPr>
              <a:t>Пользуется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302398" y="4069080"/>
            <a:ext cx="457200" cy="0"/>
          </a:xfrm>
          <a:prstGeom prst="line">
            <a:avLst/>
          </a:prstGeom>
          <a:ln w="19050">
            <a:solidFill>
              <a:srgbClr val="00A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302398" y="4206240"/>
            <a:ext cx="1958645" cy="2011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>
                <a:solidFill>
                  <a:srgbClr val="1C1C1C"/>
                </a:solidFill>
                <a:latin typeface="+mn-lt"/>
              </a:rPr>
              <a:t>Обслуживание в мобильном банке</a:t>
            </a:r>
          </a:p>
        </p:txBody>
      </p:sp>
      <p:sp>
        <p:nvSpPr>
          <p:cNvPr id="7" name="Freeform 6"/>
          <p:cNvSpPr/>
          <p:nvPr/>
        </p:nvSpPr>
        <p:spPr>
          <a:xfrm>
            <a:off x="9443923" y="2057400"/>
            <a:ext cx="2553005" cy="1143000"/>
          </a:xfrm>
          <a:custGeom>
            <a:avLst/>
            <a:gdLst/>
            <a:ahLst/>
            <a:cxnLst/>
            <a:rect l="l" t="t" r="r" b="b"/>
            <a:pathLst>
              <a:path w="2553005" h="1143000">
                <a:moveTo>
                  <a:pt x="0" y="0"/>
                </a:moveTo>
                <a:lnTo>
                  <a:pt x="2187245" y="0"/>
                </a:lnTo>
                <a:lnTo>
                  <a:pt x="2553005" y="571500"/>
                </a:lnTo>
                <a:lnTo>
                  <a:pt x="2187245" y="1143000"/>
                </a:lnTo>
                <a:lnTo>
                  <a:pt x="0" y="1143000"/>
                </a:lnTo>
                <a:lnTo>
                  <a:pt x="365760" y="571500"/>
                </a:lnTo>
                <a:close/>
              </a:path>
            </a:pathLst>
          </a:custGeom>
          <a:gradFill rotWithShape="1">
            <a:gsLst>
              <a:gs pos="0">
                <a:srgbClr val="002882"/>
              </a:gs>
              <a:gs pos="100000">
                <a:srgbClr val="002578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pic>
        <p:nvPicPr>
          <p:cNvPr id="28" name="Picture 27" descr="star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4686" y="2359152"/>
            <a:ext cx="457200" cy="4572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535363" y="3566160"/>
            <a:ext cx="1958645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>
                <a:solidFill>
                  <a:srgbClr val="002882"/>
                </a:solidFill>
                <a:latin typeface="+mj-lt"/>
              </a:rPr>
              <a:t>Рекомендует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535363" y="4069080"/>
            <a:ext cx="457200" cy="0"/>
          </a:xfrm>
          <a:prstGeom prst="line">
            <a:avLst/>
          </a:prstGeom>
          <a:ln w="19050">
            <a:solidFill>
              <a:srgbClr val="00A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535363" y="4206240"/>
            <a:ext cx="1958645" cy="2011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>
                <a:solidFill>
                  <a:srgbClr val="1C1C1C"/>
                </a:solidFill>
                <a:latin typeface="+mn-lt"/>
              </a:rPr>
              <a:t>Программа лояльности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ПРИНЦИПЫ СЕРВИСА</a:t>
            </a:r>
          </a:p>
        </p:txBody>
      </p:sp>
      <p:sp>
        <p:nvSpPr>
          <p:cNvPr id="11" name="Номер слайда 3">
            <a:extLst>
              <a:ext uri="{FF2B5EF4-FFF2-40B4-BE49-F238E27FC236}">
                <a16:creationId xmlns:a16="http://schemas.microsoft.com/office/drawing/2014/main" id="{A8D8CCBB-60F1-421E-BD7C-5B2872A3F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0352" y="6437938"/>
            <a:ext cx="5096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fld id="{7E1A2DEA-0812-41F9-88C5-48F7F643210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Freeform 1"/>
          <p:cNvSpPr/>
          <p:nvPr/>
        </p:nvSpPr>
        <p:spPr>
          <a:xfrm>
            <a:off x="0" y="1188720"/>
            <a:ext cx="5623560" cy="1216152"/>
          </a:xfrm>
          <a:custGeom>
            <a:avLst/>
            <a:gdLst/>
            <a:ahLst/>
            <a:cxnLst/>
            <a:rect l="l" t="t" r="r" b="b"/>
            <a:pathLst>
              <a:path w="5623560" h="1216152">
                <a:moveTo>
                  <a:pt x="0" y="0"/>
                </a:moveTo>
                <a:lnTo>
                  <a:pt x="5623560" y="0"/>
                </a:lnTo>
                <a:lnTo>
                  <a:pt x="5178448" y="1216152"/>
                </a:lnTo>
                <a:lnTo>
                  <a:pt x="0" y="1216152"/>
                </a:lnTo>
                <a:close/>
              </a:path>
            </a:pathLst>
          </a:custGeom>
          <a:gradFill rotWithShape="1">
            <a:gsLst>
              <a:gs pos="0">
                <a:srgbClr val="00AAFF"/>
              </a:gs>
              <a:gs pos="100000">
                <a:srgbClr val="0091DA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pic>
        <p:nvPicPr>
          <p:cNvPr id="12" name="Picture 11" descr="target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289304"/>
            <a:ext cx="384048" cy="3840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78992" y="12801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+mn-lt"/>
              </a:rPr>
              <a:t>Клиент в центре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1691640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+mn-lt"/>
              </a:rPr>
              <a:t>Решения принимаются на основе </a:t>
            </a:r>
            <a:r>
              <a:rPr sz="1500" b="0">
                <a:solidFill>
                  <a:srgbClr val="FFFFFF"/>
                </a:solidFill>
                <a:latin typeface="+mj-lt"/>
              </a:rPr>
              <a:t>данных</a:t>
            </a:r>
            <a:r>
              <a:rPr sz="1500" b="0">
                <a:solidFill>
                  <a:srgbClr val="FFFFFF"/>
                </a:solidFill>
                <a:latin typeface="+mn-lt"/>
              </a:rPr>
              <a:t> о клиентском опыте</a:t>
            </a:r>
          </a:p>
        </p:txBody>
      </p:sp>
      <p:pic>
        <p:nvPicPr>
          <p:cNvPr id="15" name="Picture 14" descr="speedometer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2615184"/>
            <a:ext cx="384048" cy="3840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78992" y="26060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0">
                <a:solidFill>
                  <a:srgbClr val="002882"/>
                </a:solidFill>
                <a:latin typeface="+mn-lt"/>
              </a:rPr>
              <a:t>Скорость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3017520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>
                <a:solidFill>
                  <a:srgbClr val="1C1C1C"/>
                </a:solidFill>
                <a:latin typeface="+mn-lt"/>
              </a:rPr>
              <a:t>Ключевые операции — не дольше 3 минут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12064" y="3813048"/>
            <a:ext cx="475488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check-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3941064"/>
            <a:ext cx="384048" cy="38404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78992" y="39319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0">
                <a:solidFill>
                  <a:srgbClr val="002882"/>
                </a:solidFill>
                <a:latin typeface="+mn-lt"/>
              </a:rPr>
              <a:t>Надёжность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4343400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>
                <a:solidFill>
                  <a:srgbClr val="1C1C1C"/>
                </a:solidFill>
                <a:latin typeface="+mn-lt"/>
              </a:rPr>
              <a:t>Доступность сервисов не ниже 99,5%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СТРАТЕГИЧЕСКИЕ ПРИОРИТЕТЫ</a:t>
            </a:r>
          </a:p>
        </p:txBody>
      </p:sp>
      <p:sp>
        <p:nvSpPr>
          <p:cNvPr id="11" name="Номер слайда 3">
            <a:extLst>
              <a:ext uri="{FF2B5EF4-FFF2-40B4-BE49-F238E27FC236}">
                <a16:creationId xmlns:a16="http://schemas.microsoft.com/office/drawing/2014/main" id="{A8D8CCBB-60F1-421E-BD7C-5B2872A3F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0352" y="6437938"/>
            <a:ext cx="5096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fld id="{7E1A2DEA-0812-41F9-88C5-48F7F643210D}" type="slidenum">
              <a:rPr lang="ru-RU" smtClean="0"/>
              <a:pPr/>
              <a:t>‹#›</a:t>
            </a:fld>
            <a:endParaRPr lang="ru-RU"/>
          </a:p>
        </p:txBody>
      </p:sp>
      <p:grpSp>
        <p:nvGrpSpPr>
          <p:cNvPr id="12" name="Icon o-finance-005"/>
          <p:cNvGrpSpPr/>
          <p:nvPr/>
        </p:nvGrpSpPr>
        <p:grpSpPr>
          <a:xfrm>
            <a:off x="512064" y="1372031"/>
            <a:ext cx="411480" cy="410616"/>
            <a:chOff x="5535930" y="555498"/>
            <a:chExt cx="374141" cy="373380"/>
          </a:xfrm>
          <a:solidFill>
            <a:srgbClr val="002882"/>
          </a:solidFill>
        </p:grpSpPr>
        <p:sp>
          <p:nvSpPr>
            <p:cNvPr id="13" name="Icon o-finance-005"/>
            <p:cNvSpPr/>
            <p:nvPr/>
          </p:nvSpPr>
          <p:spPr>
            <a:xfrm>
              <a:off x="5682234" y="555498"/>
              <a:ext cx="80771" cy="79248"/>
            </a:xfrm>
            <a:custGeom>
              <a:avLst/>
              <a:gdLst/>
              <a:ahLst/>
              <a:cxnLst/>
              <a:rect l="l" t="t" r="r" b="b"/>
              <a:pathLst>
                <a:path w="80771" h="79248">
                  <a:moveTo>
                    <a:pt x="40386" y="79248"/>
                  </a:moveTo>
                  <a:cubicBezTo>
                    <a:pt x="18288" y="79248"/>
                    <a:pt x="0" y="61722"/>
                    <a:pt x="0" y="39624"/>
                  </a:cubicBezTo>
                  <a:cubicBezTo>
                    <a:pt x="0" y="17526"/>
                    <a:pt x="18288" y="0"/>
                    <a:pt x="40386" y="0"/>
                  </a:cubicBezTo>
                  <a:cubicBezTo>
                    <a:pt x="62484" y="0"/>
                    <a:pt x="80772" y="17526"/>
                    <a:pt x="80772" y="39624"/>
                  </a:cubicBezTo>
                  <a:cubicBezTo>
                    <a:pt x="80772" y="61722"/>
                    <a:pt x="62484" y="79248"/>
                    <a:pt x="40386" y="79248"/>
                  </a:cubicBezTo>
                  <a:close/>
                  <a:moveTo>
                    <a:pt x="40386" y="15240"/>
                  </a:moveTo>
                  <a:cubicBezTo>
                    <a:pt x="26670" y="15240"/>
                    <a:pt x="15240" y="25908"/>
                    <a:pt x="15240" y="39624"/>
                  </a:cubicBezTo>
                  <a:cubicBezTo>
                    <a:pt x="15240" y="53340"/>
                    <a:pt x="26670" y="64008"/>
                    <a:pt x="40386" y="64008"/>
                  </a:cubicBezTo>
                  <a:cubicBezTo>
                    <a:pt x="54102" y="64008"/>
                    <a:pt x="65532" y="53340"/>
                    <a:pt x="65532" y="39624"/>
                  </a:cubicBezTo>
                  <a:cubicBezTo>
                    <a:pt x="65532" y="25908"/>
                    <a:pt x="54102" y="15240"/>
                    <a:pt x="40386" y="15240"/>
                  </a:cubicBezTo>
                  <a:close/>
                </a:path>
              </a:pathLst>
            </a:custGeom>
            <a:grpFill/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2882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" name="Icon o-finance-005"/>
            <p:cNvSpPr/>
            <p:nvPr/>
          </p:nvSpPr>
          <p:spPr>
            <a:xfrm>
              <a:off x="5657088" y="633983"/>
              <a:ext cx="131063" cy="68580"/>
            </a:xfrm>
            <a:custGeom>
              <a:avLst/>
              <a:gdLst/>
              <a:ahLst/>
              <a:cxnLst/>
              <a:rect l="l" t="t" r="r" b="b"/>
              <a:pathLst>
                <a:path w="131063" h="68580">
                  <a:moveTo>
                    <a:pt x="123444" y="68580"/>
                  </a:moveTo>
                  <a:lnTo>
                    <a:pt x="7620" y="68580"/>
                  </a:lnTo>
                  <a:cubicBezTo>
                    <a:pt x="3048" y="68580"/>
                    <a:pt x="0" y="65532"/>
                    <a:pt x="0" y="60960"/>
                  </a:cubicBezTo>
                  <a:cubicBezTo>
                    <a:pt x="0" y="27432"/>
                    <a:pt x="28956" y="0"/>
                    <a:pt x="65532" y="0"/>
                  </a:cubicBezTo>
                  <a:cubicBezTo>
                    <a:pt x="102108" y="0"/>
                    <a:pt x="131064" y="27432"/>
                    <a:pt x="131064" y="60960"/>
                  </a:cubicBezTo>
                  <a:cubicBezTo>
                    <a:pt x="131064" y="64770"/>
                    <a:pt x="127254" y="68580"/>
                    <a:pt x="123444" y="68580"/>
                  </a:cubicBezTo>
                  <a:close/>
                  <a:moveTo>
                    <a:pt x="16002" y="53340"/>
                  </a:moveTo>
                  <a:lnTo>
                    <a:pt x="115062" y="53340"/>
                  </a:lnTo>
                  <a:cubicBezTo>
                    <a:pt x="111252" y="32004"/>
                    <a:pt x="90678" y="15240"/>
                    <a:pt x="65532" y="15240"/>
                  </a:cubicBezTo>
                  <a:cubicBezTo>
                    <a:pt x="40386" y="15240"/>
                    <a:pt x="19812" y="31242"/>
                    <a:pt x="16002" y="53340"/>
                  </a:cubicBezTo>
                  <a:close/>
                </a:path>
              </a:pathLst>
            </a:custGeom>
            <a:grpFill/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2882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" name="Icon o-finance-005"/>
            <p:cNvSpPr/>
            <p:nvPr/>
          </p:nvSpPr>
          <p:spPr>
            <a:xfrm>
              <a:off x="5555742" y="794766"/>
              <a:ext cx="65532" cy="65531"/>
            </a:xfrm>
            <a:custGeom>
              <a:avLst/>
              <a:gdLst/>
              <a:ahLst/>
              <a:cxnLst/>
              <a:rect l="l" t="t" r="r" b="b"/>
              <a:pathLst>
                <a:path w="65532" h="65531">
                  <a:moveTo>
                    <a:pt x="32766" y="65532"/>
                  </a:moveTo>
                  <a:cubicBezTo>
                    <a:pt x="14478" y="65532"/>
                    <a:pt x="0" y="51054"/>
                    <a:pt x="0" y="32766"/>
                  </a:cubicBezTo>
                  <a:cubicBezTo>
                    <a:pt x="0" y="14478"/>
                    <a:pt x="14478" y="0"/>
                    <a:pt x="32766" y="0"/>
                  </a:cubicBezTo>
                  <a:cubicBezTo>
                    <a:pt x="51054" y="0"/>
                    <a:pt x="65532" y="14478"/>
                    <a:pt x="65532" y="32766"/>
                  </a:cubicBezTo>
                  <a:cubicBezTo>
                    <a:pt x="65532" y="51054"/>
                    <a:pt x="50292" y="65532"/>
                    <a:pt x="32766" y="65532"/>
                  </a:cubicBezTo>
                  <a:close/>
                  <a:moveTo>
                    <a:pt x="32766" y="16002"/>
                  </a:moveTo>
                  <a:cubicBezTo>
                    <a:pt x="22860" y="16002"/>
                    <a:pt x="15240" y="23622"/>
                    <a:pt x="15240" y="33528"/>
                  </a:cubicBezTo>
                  <a:cubicBezTo>
                    <a:pt x="15240" y="43434"/>
                    <a:pt x="22860" y="51054"/>
                    <a:pt x="32766" y="51054"/>
                  </a:cubicBezTo>
                  <a:cubicBezTo>
                    <a:pt x="42672" y="51054"/>
                    <a:pt x="50292" y="43434"/>
                    <a:pt x="50292" y="33528"/>
                  </a:cubicBezTo>
                  <a:cubicBezTo>
                    <a:pt x="50292" y="23622"/>
                    <a:pt x="41910" y="16002"/>
                    <a:pt x="32766" y="16002"/>
                  </a:cubicBezTo>
                  <a:close/>
                </a:path>
              </a:pathLst>
            </a:custGeom>
            <a:grpFill/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2882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" name="Icon o-finance-005"/>
            <p:cNvSpPr/>
            <p:nvPr/>
          </p:nvSpPr>
          <p:spPr>
            <a:xfrm>
              <a:off x="5535930" y="867918"/>
              <a:ext cx="105155" cy="60960"/>
            </a:xfrm>
            <a:custGeom>
              <a:avLst/>
              <a:gdLst/>
              <a:ahLst/>
              <a:cxnLst/>
              <a:rect l="l" t="t" r="r" b="b"/>
              <a:pathLst>
                <a:path w="105155" h="60960">
                  <a:moveTo>
                    <a:pt x="96774" y="60960"/>
                  </a:moveTo>
                  <a:lnTo>
                    <a:pt x="7620" y="60960"/>
                  </a:lnTo>
                  <a:cubicBezTo>
                    <a:pt x="3048" y="60960"/>
                    <a:pt x="0" y="57912"/>
                    <a:pt x="0" y="53340"/>
                  </a:cubicBezTo>
                  <a:cubicBezTo>
                    <a:pt x="0" y="23622"/>
                    <a:pt x="23622" y="0"/>
                    <a:pt x="52578" y="0"/>
                  </a:cubicBezTo>
                  <a:cubicBezTo>
                    <a:pt x="81534" y="0"/>
                    <a:pt x="105156" y="23622"/>
                    <a:pt x="105156" y="53340"/>
                  </a:cubicBezTo>
                  <a:cubicBezTo>
                    <a:pt x="104394" y="57912"/>
                    <a:pt x="101346" y="60960"/>
                    <a:pt x="96774" y="60960"/>
                  </a:cubicBezTo>
                  <a:close/>
                  <a:moveTo>
                    <a:pt x="16002" y="45720"/>
                  </a:moveTo>
                  <a:lnTo>
                    <a:pt x="88392" y="45720"/>
                  </a:lnTo>
                  <a:cubicBezTo>
                    <a:pt x="84582" y="28194"/>
                    <a:pt x="70104" y="15240"/>
                    <a:pt x="51816" y="15240"/>
                  </a:cubicBezTo>
                  <a:cubicBezTo>
                    <a:pt x="34290" y="15240"/>
                    <a:pt x="19812" y="28194"/>
                    <a:pt x="16002" y="45720"/>
                  </a:cubicBezTo>
                  <a:close/>
                </a:path>
              </a:pathLst>
            </a:custGeom>
            <a:grpFill/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2882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" name="Icon o-finance-005"/>
            <p:cNvSpPr/>
            <p:nvPr/>
          </p:nvSpPr>
          <p:spPr>
            <a:xfrm>
              <a:off x="5689854" y="794766"/>
              <a:ext cx="65531" cy="65531"/>
            </a:xfrm>
            <a:custGeom>
              <a:avLst/>
              <a:gdLst/>
              <a:ahLst/>
              <a:cxnLst/>
              <a:rect l="l" t="t" r="r" b="b"/>
              <a:pathLst>
                <a:path w="65531" h="65531">
                  <a:moveTo>
                    <a:pt x="32766" y="65532"/>
                  </a:moveTo>
                  <a:cubicBezTo>
                    <a:pt x="14478" y="65532"/>
                    <a:pt x="0" y="51054"/>
                    <a:pt x="0" y="32766"/>
                  </a:cubicBezTo>
                  <a:cubicBezTo>
                    <a:pt x="0" y="14478"/>
                    <a:pt x="14478" y="0"/>
                    <a:pt x="32766" y="0"/>
                  </a:cubicBezTo>
                  <a:cubicBezTo>
                    <a:pt x="51054" y="0"/>
                    <a:pt x="65532" y="14478"/>
                    <a:pt x="65532" y="32766"/>
                  </a:cubicBezTo>
                  <a:cubicBezTo>
                    <a:pt x="65532" y="51054"/>
                    <a:pt x="51054" y="65532"/>
                    <a:pt x="32766" y="65532"/>
                  </a:cubicBezTo>
                  <a:close/>
                  <a:moveTo>
                    <a:pt x="32766" y="16002"/>
                  </a:moveTo>
                  <a:cubicBezTo>
                    <a:pt x="22860" y="16002"/>
                    <a:pt x="15240" y="23622"/>
                    <a:pt x="15240" y="33528"/>
                  </a:cubicBezTo>
                  <a:cubicBezTo>
                    <a:pt x="15240" y="43434"/>
                    <a:pt x="22860" y="51054"/>
                    <a:pt x="32766" y="51054"/>
                  </a:cubicBezTo>
                  <a:cubicBezTo>
                    <a:pt x="42672" y="51054"/>
                    <a:pt x="50292" y="43434"/>
                    <a:pt x="50292" y="33528"/>
                  </a:cubicBezTo>
                  <a:cubicBezTo>
                    <a:pt x="50292" y="23622"/>
                    <a:pt x="42672" y="16002"/>
                    <a:pt x="32766" y="16002"/>
                  </a:cubicBezTo>
                  <a:close/>
                </a:path>
              </a:pathLst>
            </a:custGeom>
            <a:grpFill/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2882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8" name="Icon o-finance-005"/>
            <p:cNvSpPr/>
            <p:nvPr/>
          </p:nvSpPr>
          <p:spPr>
            <a:xfrm>
              <a:off x="5670804" y="867918"/>
              <a:ext cx="105155" cy="60960"/>
            </a:xfrm>
            <a:custGeom>
              <a:avLst/>
              <a:gdLst/>
              <a:ahLst/>
              <a:cxnLst/>
              <a:rect l="l" t="t" r="r" b="b"/>
              <a:pathLst>
                <a:path w="105155" h="60960">
                  <a:moveTo>
                    <a:pt x="96774" y="60960"/>
                  </a:moveTo>
                  <a:lnTo>
                    <a:pt x="7620" y="60960"/>
                  </a:lnTo>
                  <a:cubicBezTo>
                    <a:pt x="3048" y="60960"/>
                    <a:pt x="0" y="57912"/>
                    <a:pt x="0" y="53340"/>
                  </a:cubicBezTo>
                  <a:cubicBezTo>
                    <a:pt x="0" y="23622"/>
                    <a:pt x="23622" y="0"/>
                    <a:pt x="52578" y="0"/>
                  </a:cubicBezTo>
                  <a:cubicBezTo>
                    <a:pt x="81534" y="0"/>
                    <a:pt x="105156" y="23622"/>
                    <a:pt x="105156" y="53340"/>
                  </a:cubicBezTo>
                  <a:cubicBezTo>
                    <a:pt x="104394" y="57912"/>
                    <a:pt x="100584" y="60960"/>
                    <a:pt x="96774" y="60960"/>
                  </a:cubicBezTo>
                  <a:close/>
                  <a:moveTo>
                    <a:pt x="15240" y="45720"/>
                  </a:moveTo>
                  <a:lnTo>
                    <a:pt x="87630" y="45720"/>
                  </a:lnTo>
                  <a:cubicBezTo>
                    <a:pt x="83820" y="28194"/>
                    <a:pt x="69342" y="15240"/>
                    <a:pt x="51054" y="15240"/>
                  </a:cubicBezTo>
                  <a:cubicBezTo>
                    <a:pt x="33528" y="15240"/>
                    <a:pt x="19050" y="28194"/>
                    <a:pt x="15240" y="45720"/>
                  </a:cubicBezTo>
                  <a:close/>
                </a:path>
              </a:pathLst>
            </a:custGeom>
            <a:grpFill/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2882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" name="Icon o-finance-005"/>
            <p:cNvSpPr/>
            <p:nvPr/>
          </p:nvSpPr>
          <p:spPr>
            <a:xfrm>
              <a:off x="5823965" y="794766"/>
              <a:ext cx="65532" cy="65531"/>
            </a:xfrm>
            <a:custGeom>
              <a:avLst/>
              <a:gdLst/>
              <a:ahLst/>
              <a:cxnLst/>
              <a:rect l="l" t="t" r="r" b="b"/>
              <a:pathLst>
                <a:path w="65532" h="65531">
                  <a:moveTo>
                    <a:pt x="32766" y="65532"/>
                  </a:moveTo>
                  <a:cubicBezTo>
                    <a:pt x="14478" y="65532"/>
                    <a:pt x="0" y="51054"/>
                    <a:pt x="0" y="32766"/>
                  </a:cubicBezTo>
                  <a:cubicBezTo>
                    <a:pt x="0" y="14478"/>
                    <a:pt x="14478" y="0"/>
                    <a:pt x="32766" y="0"/>
                  </a:cubicBezTo>
                  <a:cubicBezTo>
                    <a:pt x="51054" y="0"/>
                    <a:pt x="65532" y="14478"/>
                    <a:pt x="65532" y="32766"/>
                  </a:cubicBezTo>
                  <a:cubicBezTo>
                    <a:pt x="65532" y="51054"/>
                    <a:pt x="51054" y="65532"/>
                    <a:pt x="32766" y="65532"/>
                  </a:cubicBezTo>
                  <a:close/>
                  <a:moveTo>
                    <a:pt x="32766" y="16002"/>
                  </a:moveTo>
                  <a:cubicBezTo>
                    <a:pt x="22860" y="16002"/>
                    <a:pt x="15240" y="23622"/>
                    <a:pt x="15240" y="33528"/>
                  </a:cubicBezTo>
                  <a:cubicBezTo>
                    <a:pt x="15240" y="43434"/>
                    <a:pt x="22860" y="51054"/>
                    <a:pt x="32766" y="51054"/>
                  </a:cubicBezTo>
                  <a:cubicBezTo>
                    <a:pt x="42672" y="51054"/>
                    <a:pt x="50292" y="43434"/>
                    <a:pt x="50292" y="33528"/>
                  </a:cubicBezTo>
                  <a:cubicBezTo>
                    <a:pt x="50292" y="23622"/>
                    <a:pt x="42672" y="16002"/>
                    <a:pt x="32766" y="16002"/>
                  </a:cubicBezTo>
                  <a:close/>
                </a:path>
              </a:pathLst>
            </a:custGeom>
            <a:grpFill/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2882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" name="Icon o-finance-005"/>
            <p:cNvSpPr/>
            <p:nvPr/>
          </p:nvSpPr>
          <p:spPr>
            <a:xfrm>
              <a:off x="5804915" y="867918"/>
              <a:ext cx="105155" cy="60960"/>
            </a:xfrm>
            <a:custGeom>
              <a:avLst/>
              <a:gdLst/>
              <a:ahLst/>
              <a:cxnLst/>
              <a:rect l="l" t="t" r="r" b="b"/>
              <a:pathLst>
                <a:path w="105155" h="60960">
                  <a:moveTo>
                    <a:pt x="96774" y="60960"/>
                  </a:moveTo>
                  <a:lnTo>
                    <a:pt x="7620" y="60960"/>
                  </a:lnTo>
                  <a:cubicBezTo>
                    <a:pt x="3048" y="60960"/>
                    <a:pt x="0" y="57912"/>
                    <a:pt x="0" y="53340"/>
                  </a:cubicBezTo>
                  <a:cubicBezTo>
                    <a:pt x="0" y="23622"/>
                    <a:pt x="23622" y="0"/>
                    <a:pt x="52578" y="0"/>
                  </a:cubicBezTo>
                  <a:cubicBezTo>
                    <a:pt x="81534" y="0"/>
                    <a:pt x="105156" y="23622"/>
                    <a:pt x="105156" y="53340"/>
                  </a:cubicBezTo>
                  <a:cubicBezTo>
                    <a:pt x="104394" y="57912"/>
                    <a:pt x="101346" y="60960"/>
                    <a:pt x="96774" y="60960"/>
                  </a:cubicBezTo>
                  <a:close/>
                  <a:moveTo>
                    <a:pt x="16002" y="45720"/>
                  </a:moveTo>
                  <a:lnTo>
                    <a:pt x="88392" y="45720"/>
                  </a:lnTo>
                  <a:cubicBezTo>
                    <a:pt x="84582" y="28194"/>
                    <a:pt x="70104" y="15240"/>
                    <a:pt x="51816" y="15240"/>
                  </a:cubicBezTo>
                  <a:cubicBezTo>
                    <a:pt x="34290" y="15240"/>
                    <a:pt x="19050" y="28194"/>
                    <a:pt x="16002" y="45720"/>
                  </a:cubicBezTo>
                  <a:close/>
                </a:path>
              </a:pathLst>
            </a:custGeom>
            <a:grpFill/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2882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Icon o-finance-005"/>
            <p:cNvSpPr/>
            <p:nvPr/>
          </p:nvSpPr>
          <p:spPr>
            <a:xfrm>
              <a:off x="5715000" y="705611"/>
              <a:ext cx="15240" cy="82296"/>
            </a:xfrm>
            <a:custGeom>
              <a:avLst/>
              <a:gdLst/>
              <a:ahLst/>
              <a:cxnLst/>
              <a:rect l="l" t="t" r="r" b="b"/>
              <a:pathLst>
                <a:path w="15240" h="82296">
                  <a:moveTo>
                    <a:pt x="7620" y="82296"/>
                  </a:moveTo>
                  <a:cubicBezTo>
                    <a:pt x="3048" y="82296"/>
                    <a:pt x="0" y="79248"/>
                    <a:pt x="0" y="74676"/>
                  </a:cubicBezTo>
                  <a:lnTo>
                    <a:pt x="0" y="7620"/>
                  </a:lnTo>
                  <a:cubicBezTo>
                    <a:pt x="0" y="3048"/>
                    <a:pt x="3048" y="0"/>
                    <a:pt x="7620" y="0"/>
                  </a:cubicBezTo>
                  <a:cubicBezTo>
                    <a:pt x="12192" y="0"/>
                    <a:pt x="15240" y="3048"/>
                    <a:pt x="15240" y="7620"/>
                  </a:cubicBezTo>
                  <a:lnTo>
                    <a:pt x="15240" y="74676"/>
                  </a:lnTo>
                  <a:cubicBezTo>
                    <a:pt x="15240" y="78486"/>
                    <a:pt x="12192" y="82296"/>
                    <a:pt x="7620" y="82296"/>
                  </a:cubicBezTo>
                  <a:close/>
                </a:path>
              </a:pathLst>
            </a:custGeom>
            <a:grpFill/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2882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Icon o-finance-005"/>
            <p:cNvSpPr/>
            <p:nvPr/>
          </p:nvSpPr>
          <p:spPr>
            <a:xfrm>
              <a:off x="5577840" y="739901"/>
              <a:ext cx="288798" cy="48006"/>
            </a:xfrm>
            <a:custGeom>
              <a:avLst/>
              <a:gdLst/>
              <a:ahLst/>
              <a:cxnLst/>
              <a:rect l="l" t="t" r="r" b="b"/>
              <a:pathLst>
                <a:path w="288798" h="48006">
                  <a:moveTo>
                    <a:pt x="281178" y="48006"/>
                  </a:moveTo>
                  <a:cubicBezTo>
                    <a:pt x="276606" y="48006"/>
                    <a:pt x="273558" y="44958"/>
                    <a:pt x="273558" y="40386"/>
                  </a:cubicBezTo>
                  <a:lnTo>
                    <a:pt x="273558" y="15240"/>
                  </a:lnTo>
                  <a:lnTo>
                    <a:pt x="15240" y="15240"/>
                  </a:lnTo>
                  <a:lnTo>
                    <a:pt x="15240" y="40386"/>
                  </a:lnTo>
                  <a:cubicBezTo>
                    <a:pt x="15240" y="44958"/>
                    <a:pt x="12192" y="48006"/>
                    <a:pt x="7620" y="48006"/>
                  </a:cubicBezTo>
                  <a:cubicBezTo>
                    <a:pt x="3048" y="48006"/>
                    <a:pt x="0" y="44958"/>
                    <a:pt x="0" y="40386"/>
                  </a:cubicBezTo>
                  <a:lnTo>
                    <a:pt x="0" y="7620"/>
                  </a:lnTo>
                  <a:cubicBezTo>
                    <a:pt x="0" y="3048"/>
                    <a:pt x="3048" y="0"/>
                    <a:pt x="7620" y="0"/>
                  </a:cubicBezTo>
                  <a:lnTo>
                    <a:pt x="281178" y="0"/>
                  </a:lnTo>
                  <a:cubicBezTo>
                    <a:pt x="285750" y="0"/>
                    <a:pt x="288798" y="3048"/>
                    <a:pt x="288798" y="7620"/>
                  </a:cubicBezTo>
                  <a:lnTo>
                    <a:pt x="288798" y="40386"/>
                  </a:lnTo>
                  <a:cubicBezTo>
                    <a:pt x="288798" y="44196"/>
                    <a:pt x="285750" y="48006"/>
                    <a:pt x="281178" y="48006"/>
                  </a:cubicBezTo>
                  <a:close/>
                </a:path>
              </a:pathLst>
            </a:custGeom>
            <a:grpFill/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2882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512064" y="1938528"/>
            <a:ext cx="3401568" cy="3627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>
                <a:solidFill>
                  <a:srgbClr val="002882"/>
                </a:solidFill>
                <a:latin typeface="+mn-lt"/>
              </a:rPr>
              <a:t>Клиентская база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2374392"/>
            <a:ext cx="3401568" cy="1104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>
                <a:solidFill>
                  <a:srgbClr val="1C1C1C"/>
                </a:solidFill>
                <a:latin typeface="+mn-lt"/>
              </a:rPr>
              <a:t>Привлечение и удержание массового сегмента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12064" y="3598164"/>
            <a:ext cx="3447288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6" name="Icon o-finance-088"/>
          <p:cNvGrpSpPr/>
          <p:nvPr/>
        </p:nvGrpSpPr>
        <p:grpSpPr>
          <a:xfrm>
            <a:off x="4370831" y="1372031"/>
            <a:ext cx="411480" cy="410616"/>
            <a:chOff x="7913941" y="6285738"/>
            <a:chExt cx="374151" cy="373380"/>
          </a:xfrm>
          <a:solidFill>
            <a:srgbClr val="002882"/>
          </a:solidFill>
        </p:grpSpPr>
        <p:sp>
          <p:nvSpPr>
            <p:cNvPr id="27" name="Icon o-finance-088"/>
            <p:cNvSpPr/>
            <p:nvPr/>
          </p:nvSpPr>
          <p:spPr>
            <a:xfrm>
              <a:off x="7948421" y="6320980"/>
              <a:ext cx="222504" cy="222313"/>
            </a:xfrm>
            <a:custGeom>
              <a:avLst/>
              <a:gdLst/>
              <a:ahLst/>
              <a:cxnLst/>
              <a:rect l="l" t="t" r="r" b="b"/>
              <a:pathLst>
                <a:path w="222504" h="222313">
                  <a:moveTo>
                    <a:pt x="111252" y="222314"/>
                  </a:moveTo>
                  <a:cubicBezTo>
                    <a:pt x="83058" y="222314"/>
                    <a:pt x="54102" y="211646"/>
                    <a:pt x="32766" y="189548"/>
                  </a:cubicBezTo>
                  <a:cubicBezTo>
                    <a:pt x="11430" y="168211"/>
                    <a:pt x="0" y="140780"/>
                    <a:pt x="0" y="111061"/>
                  </a:cubicBezTo>
                  <a:cubicBezTo>
                    <a:pt x="0" y="81344"/>
                    <a:pt x="11430" y="53150"/>
                    <a:pt x="32766" y="32576"/>
                  </a:cubicBezTo>
                  <a:cubicBezTo>
                    <a:pt x="76200" y="-10859"/>
                    <a:pt x="146304" y="-10859"/>
                    <a:pt x="189738" y="32576"/>
                  </a:cubicBezTo>
                  <a:lnTo>
                    <a:pt x="189738" y="32576"/>
                  </a:lnTo>
                  <a:lnTo>
                    <a:pt x="189738" y="32576"/>
                  </a:lnTo>
                  <a:cubicBezTo>
                    <a:pt x="211074" y="53911"/>
                    <a:pt x="222504" y="81344"/>
                    <a:pt x="222504" y="111061"/>
                  </a:cubicBezTo>
                  <a:cubicBezTo>
                    <a:pt x="222504" y="140780"/>
                    <a:pt x="211074" y="168974"/>
                    <a:pt x="189738" y="189548"/>
                  </a:cubicBezTo>
                  <a:cubicBezTo>
                    <a:pt x="168402" y="210884"/>
                    <a:pt x="139446" y="222314"/>
                    <a:pt x="111252" y="222314"/>
                  </a:cubicBezTo>
                  <a:close/>
                  <a:moveTo>
                    <a:pt x="111252" y="15050"/>
                  </a:moveTo>
                  <a:cubicBezTo>
                    <a:pt x="86868" y="15050"/>
                    <a:pt x="62484" y="24194"/>
                    <a:pt x="43434" y="43244"/>
                  </a:cubicBezTo>
                  <a:cubicBezTo>
                    <a:pt x="25146" y="61531"/>
                    <a:pt x="15240" y="85154"/>
                    <a:pt x="15240" y="111061"/>
                  </a:cubicBezTo>
                  <a:cubicBezTo>
                    <a:pt x="15240" y="136970"/>
                    <a:pt x="25146" y="160591"/>
                    <a:pt x="43434" y="178880"/>
                  </a:cubicBezTo>
                  <a:cubicBezTo>
                    <a:pt x="80772" y="216218"/>
                    <a:pt x="141732" y="216218"/>
                    <a:pt x="179070" y="178880"/>
                  </a:cubicBezTo>
                  <a:cubicBezTo>
                    <a:pt x="197358" y="160591"/>
                    <a:pt x="207264" y="136970"/>
                    <a:pt x="207264" y="111061"/>
                  </a:cubicBezTo>
                  <a:cubicBezTo>
                    <a:pt x="207264" y="85154"/>
                    <a:pt x="197358" y="61531"/>
                    <a:pt x="179070" y="43244"/>
                  </a:cubicBezTo>
                  <a:lnTo>
                    <a:pt x="179070" y="43244"/>
                  </a:lnTo>
                  <a:cubicBezTo>
                    <a:pt x="160020" y="24194"/>
                    <a:pt x="135636" y="15050"/>
                    <a:pt x="111252" y="15050"/>
                  </a:cubicBezTo>
                  <a:close/>
                </a:path>
              </a:pathLst>
            </a:custGeom>
            <a:grpFill/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2882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8" name="Icon o-finance-088"/>
            <p:cNvSpPr/>
            <p:nvPr/>
          </p:nvSpPr>
          <p:spPr>
            <a:xfrm>
              <a:off x="7913941" y="6285738"/>
              <a:ext cx="374151" cy="373380"/>
            </a:xfrm>
            <a:custGeom>
              <a:avLst/>
              <a:gdLst/>
              <a:ahLst/>
              <a:cxnLst/>
              <a:rect l="l" t="t" r="r" b="b"/>
              <a:pathLst>
                <a:path w="374151" h="373380">
                  <a:moveTo>
                    <a:pt x="335470" y="373380"/>
                  </a:moveTo>
                  <a:cubicBezTo>
                    <a:pt x="327850" y="373380"/>
                    <a:pt x="320230" y="370332"/>
                    <a:pt x="314134" y="364236"/>
                  </a:cubicBezTo>
                  <a:lnTo>
                    <a:pt x="221170" y="271272"/>
                  </a:lnTo>
                  <a:cubicBezTo>
                    <a:pt x="164020" y="305562"/>
                    <a:pt x="90107" y="296418"/>
                    <a:pt x="42863" y="249174"/>
                  </a:cubicBezTo>
                  <a:cubicBezTo>
                    <a:pt x="-14288" y="192024"/>
                    <a:pt x="-14288" y="99060"/>
                    <a:pt x="42863" y="42672"/>
                  </a:cubicBezTo>
                  <a:cubicBezTo>
                    <a:pt x="70294" y="15240"/>
                    <a:pt x="106870" y="0"/>
                    <a:pt x="146494" y="0"/>
                  </a:cubicBezTo>
                  <a:cubicBezTo>
                    <a:pt x="185357" y="0"/>
                    <a:pt x="221933" y="15240"/>
                    <a:pt x="250127" y="42672"/>
                  </a:cubicBezTo>
                  <a:cubicBezTo>
                    <a:pt x="297370" y="89916"/>
                    <a:pt x="306514" y="164592"/>
                    <a:pt x="272224" y="220980"/>
                  </a:cubicBezTo>
                  <a:lnTo>
                    <a:pt x="365188" y="313944"/>
                  </a:lnTo>
                  <a:cubicBezTo>
                    <a:pt x="376618" y="325374"/>
                    <a:pt x="377380" y="344424"/>
                    <a:pt x="365950" y="355854"/>
                  </a:cubicBezTo>
                  <a:lnTo>
                    <a:pt x="357568" y="364236"/>
                  </a:lnTo>
                  <a:cubicBezTo>
                    <a:pt x="349948" y="370332"/>
                    <a:pt x="342328" y="373380"/>
                    <a:pt x="335470" y="373380"/>
                  </a:cubicBezTo>
                  <a:close/>
                  <a:moveTo>
                    <a:pt x="224980" y="250698"/>
                  </a:moveTo>
                  <a:lnTo>
                    <a:pt x="228790" y="257556"/>
                  </a:lnTo>
                  <a:cubicBezTo>
                    <a:pt x="229553" y="259080"/>
                    <a:pt x="230314" y="259842"/>
                    <a:pt x="231077" y="260604"/>
                  </a:cubicBezTo>
                  <a:lnTo>
                    <a:pt x="324040" y="353568"/>
                  </a:lnTo>
                  <a:cubicBezTo>
                    <a:pt x="330137" y="359664"/>
                    <a:pt x="339280" y="359664"/>
                    <a:pt x="344614" y="354330"/>
                  </a:cubicBezTo>
                  <a:lnTo>
                    <a:pt x="352997" y="345948"/>
                  </a:lnTo>
                  <a:cubicBezTo>
                    <a:pt x="358330" y="340614"/>
                    <a:pt x="358330" y="331470"/>
                    <a:pt x="352234" y="325374"/>
                  </a:cubicBezTo>
                  <a:lnTo>
                    <a:pt x="259270" y="232410"/>
                  </a:lnTo>
                  <a:cubicBezTo>
                    <a:pt x="258508" y="231648"/>
                    <a:pt x="257747" y="230886"/>
                    <a:pt x="256223" y="230124"/>
                  </a:cubicBezTo>
                  <a:lnTo>
                    <a:pt x="249364" y="226314"/>
                  </a:lnTo>
                  <a:lnTo>
                    <a:pt x="253937" y="219456"/>
                  </a:lnTo>
                  <a:cubicBezTo>
                    <a:pt x="288227" y="167640"/>
                    <a:pt x="281368" y="98298"/>
                    <a:pt x="237173" y="54102"/>
                  </a:cubicBezTo>
                  <a:lnTo>
                    <a:pt x="237173" y="54102"/>
                  </a:lnTo>
                  <a:cubicBezTo>
                    <a:pt x="212788" y="29718"/>
                    <a:pt x="179260" y="16002"/>
                    <a:pt x="144208" y="16002"/>
                  </a:cubicBezTo>
                  <a:cubicBezTo>
                    <a:pt x="109157" y="16002"/>
                    <a:pt x="76390" y="29718"/>
                    <a:pt x="51244" y="54102"/>
                  </a:cubicBezTo>
                  <a:cubicBezTo>
                    <a:pt x="190" y="105156"/>
                    <a:pt x="190" y="188214"/>
                    <a:pt x="51244" y="239268"/>
                  </a:cubicBezTo>
                  <a:cubicBezTo>
                    <a:pt x="95440" y="283464"/>
                    <a:pt x="164783" y="290322"/>
                    <a:pt x="216598" y="255270"/>
                  </a:cubicBezTo>
                  <a:lnTo>
                    <a:pt x="224980" y="250698"/>
                  </a:lnTo>
                  <a:close/>
                </a:path>
              </a:pathLst>
            </a:custGeom>
            <a:grpFill/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2882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" name="Icon o-finance-088"/>
            <p:cNvSpPr/>
            <p:nvPr/>
          </p:nvSpPr>
          <p:spPr>
            <a:xfrm>
              <a:off x="7982711" y="6389370"/>
              <a:ext cx="43434" cy="137921"/>
            </a:xfrm>
            <a:custGeom>
              <a:avLst/>
              <a:gdLst/>
              <a:ahLst/>
              <a:cxnLst/>
              <a:rect l="l" t="t" r="r" b="b"/>
              <a:pathLst>
                <a:path w="43434" h="137921">
                  <a:moveTo>
                    <a:pt x="43434" y="137922"/>
                  </a:moveTo>
                  <a:lnTo>
                    <a:pt x="28194" y="137922"/>
                  </a:lnTo>
                  <a:lnTo>
                    <a:pt x="28194" y="15240"/>
                  </a:lnTo>
                  <a:lnTo>
                    <a:pt x="15240" y="15240"/>
                  </a:lnTo>
                  <a:lnTo>
                    <a:pt x="15240" y="118110"/>
                  </a:lnTo>
                  <a:lnTo>
                    <a:pt x="0" y="118110"/>
                  </a:lnTo>
                  <a:lnTo>
                    <a:pt x="0" y="0"/>
                  </a:lnTo>
                  <a:lnTo>
                    <a:pt x="43434" y="0"/>
                  </a:lnTo>
                  <a:close/>
                </a:path>
              </a:pathLst>
            </a:custGeom>
            <a:grpFill/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2882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" name="Icon o-finance-088"/>
            <p:cNvSpPr/>
            <p:nvPr/>
          </p:nvSpPr>
          <p:spPr>
            <a:xfrm>
              <a:off x="8037575" y="6347460"/>
              <a:ext cx="44195" cy="188214"/>
            </a:xfrm>
            <a:custGeom>
              <a:avLst/>
              <a:gdLst/>
              <a:ahLst/>
              <a:cxnLst/>
              <a:rect l="l" t="t" r="r" b="b"/>
              <a:pathLst>
                <a:path w="44195" h="188214">
                  <a:moveTo>
                    <a:pt x="44196" y="188214"/>
                  </a:moveTo>
                  <a:lnTo>
                    <a:pt x="28956" y="188214"/>
                  </a:lnTo>
                  <a:lnTo>
                    <a:pt x="28956" y="15240"/>
                  </a:lnTo>
                  <a:lnTo>
                    <a:pt x="15240" y="15240"/>
                  </a:lnTo>
                  <a:lnTo>
                    <a:pt x="15240" y="188214"/>
                  </a:lnTo>
                  <a:lnTo>
                    <a:pt x="0" y="188214"/>
                  </a:lnTo>
                  <a:lnTo>
                    <a:pt x="0" y="0"/>
                  </a:lnTo>
                  <a:lnTo>
                    <a:pt x="44196" y="0"/>
                  </a:lnTo>
                  <a:close/>
                </a:path>
              </a:pathLst>
            </a:custGeom>
            <a:grpFill/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2882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1" name="Icon o-finance-088"/>
            <p:cNvSpPr/>
            <p:nvPr/>
          </p:nvSpPr>
          <p:spPr>
            <a:xfrm>
              <a:off x="8092440" y="6424421"/>
              <a:ext cx="44195" cy="102870"/>
            </a:xfrm>
            <a:custGeom>
              <a:avLst/>
              <a:gdLst/>
              <a:ahLst/>
              <a:cxnLst/>
              <a:rect l="l" t="t" r="r" b="b"/>
              <a:pathLst>
                <a:path w="44195" h="102870">
                  <a:moveTo>
                    <a:pt x="15240" y="102870"/>
                  </a:moveTo>
                  <a:lnTo>
                    <a:pt x="0" y="102870"/>
                  </a:lnTo>
                  <a:lnTo>
                    <a:pt x="0" y="0"/>
                  </a:lnTo>
                  <a:lnTo>
                    <a:pt x="44196" y="0"/>
                  </a:lnTo>
                  <a:lnTo>
                    <a:pt x="44196" y="83820"/>
                  </a:lnTo>
                  <a:lnTo>
                    <a:pt x="28956" y="83820"/>
                  </a:lnTo>
                  <a:lnTo>
                    <a:pt x="28956" y="15240"/>
                  </a:lnTo>
                  <a:lnTo>
                    <a:pt x="15240" y="15240"/>
                  </a:lnTo>
                  <a:close/>
                </a:path>
              </a:pathLst>
            </a:custGeom>
            <a:grpFill/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2882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4370832" y="1938528"/>
            <a:ext cx="3401568" cy="3627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>
                <a:solidFill>
                  <a:srgbClr val="002882"/>
                </a:solidFill>
                <a:latin typeface="+mn-lt"/>
              </a:rPr>
              <a:t>Аналитика данных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70832" y="2374392"/>
            <a:ext cx="3401568" cy="1104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>
                <a:solidFill>
                  <a:srgbClr val="1C1C1C"/>
                </a:solidFill>
                <a:latin typeface="+mn-lt"/>
              </a:rPr>
              <a:t>Персональные предложения на основе моделей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370832" y="3598164"/>
            <a:ext cx="3447288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" name="Icon o-finance-018"/>
          <p:cNvGrpSpPr/>
          <p:nvPr/>
        </p:nvGrpSpPr>
        <p:grpSpPr>
          <a:xfrm>
            <a:off x="8229600" y="1390078"/>
            <a:ext cx="411480" cy="374522"/>
            <a:chOff x="7913151" y="1289120"/>
            <a:chExt cx="373598" cy="340036"/>
          </a:xfrm>
          <a:solidFill>
            <a:srgbClr val="002882"/>
          </a:solidFill>
        </p:grpSpPr>
        <p:sp>
          <p:nvSpPr>
            <p:cNvPr id="36" name="Icon o-finance-018"/>
            <p:cNvSpPr/>
            <p:nvPr/>
          </p:nvSpPr>
          <p:spPr>
            <a:xfrm>
              <a:off x="7962138" y="1392173"/>
              <a:ext cx="324611" cy="236982"/>
            </a:xfrm>
            <a:custGeom>
              <a:avLst/>
              <a:gdLst/>
              <a:ahLst/>
              <a:cxnLst/>
              <a:rect l="l" t="t" r="r" b="b"/>
              <a:pathLst>
                <a:path w="324611" h="236982">
                  <a:moveTo>
                    <a:pt x="286512" y="236982"/>
                  </a:moveTo>
                  <a:lnTo>
                    <a:pt x="38100" y="236982"/>
                  </a:lnTo>
                  <a:cubicBezTo>
                    <a:pt x="16764" y="236982"/>
                    <a:pt x="0" y="220218"/>
                    <a:pt x="0" y="198882"/>
                  </a:cubicBezTo>
                  <a:lnTo>
                    <a:pt x="0" y="38100"/>
                  </a:lnTo>
                  <a:cubicBezTo>
                    <a:pt x="0" y="16764"/>
                    <a:pt x="16764" y="0"/>
                    <a:pt x="38100" y="0"/>
                  </a:cubicBezTo>
                  <a:lnTo>
                    <a:pt x="286512" y="0"/>
                  </a:lnTo>
                  <a:cubicBezTo>
                    <a:pt x="307848" y="0"/>
                    <a:pt x="324612" y="16764"/>
                    <a:pt x="324612" y="38100"/>
                  </a:cubicBezTo>
                  <a:lnTo>
                    <a:pt x="324612" y="198882"/>
                  </a:lnTo>
                  <a:cubicBezTo>
                    <a:pt x="324612" y="219456"/>
                    <a:pt x="307848" y="236982"/>
                    <a:pt x="286512" y="236982"/>
                  </a:cubicBezTo>
                  <a:close/>
                  <a:moveTo>
                    <a:pt x="38100" y="15240"/>
                  </a:moveTo>
                  <a:cubicBezTo>
                    <a:pt x="25146" y="15240"/>
                    <a:pt x="15240" y="25146"/>
                    <a:pt x="15240" y="38100"/>
                  </a:cubicBezTo>
                  <a:lnTo>
                    <a:pt x="15240" y="198882"/>
                  </a:lnTo>
                  <a:cubicBezTo>
                    <a:pt x="15240" y="211836"/>
                    <a:pt x="25146" y="221742"/>
                    <a:pt x="38100" y="221742"/>
                  </a:cubicBezTo>
                  <a:lnTo>
                    <a:pt x="286512" y="221742"/>
                  </a:lnTo>
                  <a:cubicBezTo>
                    <a:pt x="299466" y="221742"/>
                    <a:pt x="309372" y="211836"/>
                    <a:pt x="309372" y="198882"/>
                  </a:cubicBezTo>
                  <a:lnTo>
                    <a:pt x="309372" y="38100"/>
                  </a:lnTo>
                  <a:cubicBezTo>
                    <a:pt x="309372" y="25146"/>
                    <a:pt x="299466" y="15240"/>
                    <a:pt x="286512" y="15240"/>
                  </a:cubicBezTo>
                  <a:lnTo>
                    <a:pt x="38100" y="15240"/>
                  </a:lnTo>
                  <a:close/>
                </a:path>
              </a:pathLst>
            </a:custGeom>
            <a:grpFill/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2882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7" name="Icon o-finance-018"/>
            <p:cNvSpPr/>
            <p:nvPr/>
          </p:nvSpPr>
          <p:spPr>
            <a:xfrm>
              <a:off x="7913151" y="1289120"/>
              <a:ext cx="336844" cy="262312"/>
            </a:xfrm>
            <a:custGeom>
              <a:avLst/>
              <a:gdLst/>
              <a:ahLst/>
              <a:cxnLst/>
              <a:rect l="l" t="t" r="r" b="b"/>
              <a:pathLst>
                <a:path w="336844" h="262312">
                  <a:moveTo>
                    <a:pt x="56607" y="262312"/>
                  </a:moveTo>
                  <a:cubicBezTo>
                    <a:pt x="53559" y="262312"/>
                    <a:pt x="50511" y="260788"/>
                    <a:pt x="49749" y="257740"/>
                  </a:cubicBezTo>
                  <a:lnTo>
                    <a:pt x="3267" y="152584"/>
                  </a:lnTo>
                  <a:cubicBezTo>
                    <a:pt x="-543" y="143440"/>
                    <a:pt x="-1305" y="132772"/>
                    <a:pt x="2505" y="123628"/>
                  </a:cubicBezTo>
                  <a:cubicBezTo>
                    <a:pt x="6315" y="114484"/>
                    <a:pt x="13173" y="106864"/>
                    <a:pt x="22317" y="103054"/>
                  </a:cubicBezTo>
                  <a:lnTo>
                    <a:pt x="250155" y="3232"/>
                  </a:lnTo>
                  <a:cubicBezTo>
                    <a:pt x="269205" y="-5150"/>
                    <a:pt x="291303" y="3232"/>
                    <a:pt x="299685" y="23044"/>
                  </a:cubicBezTo>
                  <a:lnTo>
                    <a:pt x="336261" y="106864"/>
                  </a:lnTo>
                  <a:cubicBezTo>
                    <a:pt x="337785" y="110674"/>
                    <a:pt x="336261" y="115246"/>
                    <a:pt x="332451" y="116770"/>
                  </a:cubicBezTo>
                  <a:cubicBezTo>
                    <a:pt x="328641" y="118294"/>
                    <a:pt x="324069" y="116770"/>
                    <a:pt x="322545" y="112960"/>
                  </a:cubicBezTo>
                  <a:lnTo>
                    <a:pt x="285969" y="29140"/>
                  </a:lnTo>
                  <a:cubicBezTo>
                    <a:pt x="280635" y="17710"/>
                    <a:pt x="267681" y="12376"/>
                    <a:pt x="256251" y="17710"/>
                  </a:cubicBezTo>
                  <a:lnTo>
                    <a:pt x="28413" y="117532"/>
                  </a:lnTo>
                  <a:cubicBezTo>
                    <a:pt x="23079" y="119818"/>
                    <a:pt x="18507" y="124390"/>
                    <a:pt x="16221" y="129724"/>
                  </a:cubicBezTo>
                  <a:cubicBezTo>
                    <a:pt x="13935" y="135058"/>
                    <a:pt x="13935" y="141154"/>
                    <a:pt x="16221" y="147250"/>
                  </a:cubicBezTo>
                  <a:lnTo>
                    <a:pt x="62703" y="252406"/>
                  </a:lnTo>
                  <a:cubicBezTo>
                    <a:pt x="64227" y="256216"/>
                    <a:pt x="62703" y="260788"/>
                    <a:pt x="58893" y="262312"/>
                  </a:cubicBezTo>
                  <a:cubicBezTo>
                    <a:pt x="58893" y="261550"/>
                    <a:pt x="57369" y="262312"/>
                    <a:pt x="56607" y="262312"/>
                  </a:cubicBezTo>
                  <a:close/>
                </a:path>
              </a:pathLst>
            </a:custGeom>
            <a:grpFill/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2882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8" name="Icon o-finance-018"/>
            <p:cNvSpPr/>
            <p:nvPr/>
          </p:nvSpPr>
          <p:spPr>
            <a:xfrm>
              <a:off x="8000238" y="1439417"/>
              <a:ext cx="57911" cy="15240"/>
            </a:xfrm>
            <a:custGeom>
              <a:avLst/>
              <a:gdLst/>
              <a:ahLst/>
              <a:cxnLst/>
              <a:rect l="l" t="t" r="r" b="b"/>
              <a:pathLst>
                <a:path w="57911" h="15240">
                  <a:moveTo>
                    <a:pt x="50292" y="15240"/>
                  </a:moveTo>
                  <a:lnTo>
                    <a:pt x="7620" y="15240"/>
                  </a:lnTo>
                  <a:cubicBezTo>
                    <a:pt x="3048" y="15240"/>
                    <a:pt x="0" y="12192"/>
                    <a:pt x="0" y="7620"/>
                  </a:cubicBezTo>
                  <a:cubicBezTo>
                    <a:pt x="0" y="3048"/>
                    <a:pt x="3048" y="0"/>
                    <a:pt x="7620" y="0"/>
                  </a:cubicBezTo>
                  <a:lnTo>
                    <a:pt x="50292" y="0"/>
                  </a:lnTo>
                  <a:cubicBezTo>
                    <a:pt x="54864" y="0"/>
                    <a:pt x="57912" y="3048"/>
                    <a:pt x="57912" y="7620"/>
                  </a:cubicBezTo>
                  <a:cubicBezTo>
                    <a:pt x="57912" y="12192"/>
                    <a:pt x="54102" y="15240"/>
                    <a:pt x="50292" y="15240"/>
                  </a:cubicBezTo>
                  <a:close/>
                </a:path>
              </a:pathLst>
            </a:custGeom>
            <a:grpFill/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2882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9" name="Icon o-finance-018"/>
            <p:cNvSpPr/>
            <p:nvPr/>
          </p:nvSpPr>
          <p:spPr>
            <a:xfrm>
              <a:off x="8083295" y="1439417"/>
              <a:ext cx="57912" cy="15240"/>
            </a:xfrm>
            <a:custGeom>
              <a:avLst/>
              <a:gdLst/>
              <a:ahLst/>
              <a:cxnLst/>
              <a:rect l="l" t="t" r="r" b="b"/>
              <a:pathLst>
                <a:path w="57912" h="15240">
                  <a:moveTo>
                    <a:pt x="50292" y="15240"/>
                  </a:moveTo>
                  <a:lnTo>
                    <a:pt x="7620" y="15240"/>
                  </a:lnTo>
                  <a:cubicBezTo>
                    <a:pt x="3048" y="15240"/>
                    <a:pt x="0" y="12192"/>
                    <a:pt x="0" y="7620"/>
                  </a:cubicBezTo>
                  <a:cubicBezTo>
                    <a:pt x="0" y="3048"/>
                    <a:pt x="3048" y="0"/>
                    <a:pt x="7620" y="0"/>
                  </a:cubicBezTo>
                  <a:lnTo>
                    <a:pt x="50292" y="0"/>
                  </a:lnTo>
                  <a:cubicBezTo>
                    <a:pt x="54864" y="0"/>
                    <a:pt x="57912" y="3048"/>
                    <a:pt x="57912" y="7620"/>
                  </a:cubicBezTo>
                  <a:cubicBezTo>
                    <a:pt x="57912" y="12192"/>
                    <a:pt x="54102" y="15240"/>
                    <a:pt x="50292" y="15240"/>
                  </a:cubicBezTo>
                  <a:close/>
                </a:path>
              </a:pathLst>
            </a:custGeom>
            <a:grpFill/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2882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0" name="Icon o-finance-018"/>
            <p:cNvSpPr/>
            <p:nvPr/>
          </p:nvSpPr>
          <p:spPr>
            <a:xfrm>
              <a:off x="7998714" y="1491996"/>
              <a:ext cx="212597" cy="15240"/>
            </a:xfrm>
            <a:custGeom>
              <a:avLst/>
              <a:gdLst/>
              <a:ahLst/>
              <a:cxnLst/>
              <a:rect l="l" t="t" r="r" b="b"/>
              <a:pathLst>
                <a:path w="212597" h="15240">
                  <a:moveTo>
                    <a:pt x="204978" y="15240"/>
                  </a:moveTo>
                  <a:lnTo>
                    <a:pt x="7620" y="15240"/>
                  </a:lnTo>
                  <a:cubicBezTo>
                    <a:pt x="3048" y="15240"/>
                    <a:pt x="0" y="12192"/>
                    <a:pt x="0" y="7620"/>
                  </a:cubicBezTo>
                  <a:cubicBezTo>
                    <a:pt x="0" y="3048"/>
                    <a:pt x="3048" y="0"/>
                    <a:pt x="7620" y="0"/>
                  </a:cubicBezTo>
                  <a:lnTo>
                    <a:pt x="204978" y="0"/>
                  </a:lnTo>
                  <a:cubicBezTo>
                    <a:pt x="209550" y="0"/>
                    <a:pt x="212598" y="3048"/>
                    <a:pt x="212598" y="7620"/>
                  </a:cubicBezTo>
                  <a:cubicBezTo>
                    <a:pt x="212598" y="12192"/>
                    <a:pt x="208788" y="15240"/>
                    <a:pt x="204978" y="15240"/>
                  </a:cubicBezTo>
                  <a:close/>
                </a:path>
              </a:pathLst>
            </a:custGeom>
            <a:grpFill/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2882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1" name="Icon o-finance-018"/>
            <p:cNvSpPr/>
            <p:nvPr/>
          </p:nvSpPr>
          <p:spPr>
            <a:xfrm>
              <a:off x="8099298" y="1530096"/>
              <a:ext cx="73151" cy="73151"/>
            </a:xfrm>
            <a:custGeom>
              <a:avLst/>
              <a:gdLst/>
              <a:ahLst/>
              <a:cxnLst/>
              <a:rect l="l" t="t" r="r" b="b"/>
              <a:pathLst>
                <a:path w="73151" h="73151">
                  <a:moveTo>
                    <a:pt x="36576" y="73152"/>
                  </a:moveTo>
                  <a:cubicBezTo>
                    <a:pt x="16764" y="73152"/>
                    <a:pt x="0" y="57150"/>
                    <a:pt x="0" y="36576"/>
                  </a:cubicBezTo>
                  <a:cubicBezTo>
                    <a:pt x="0" y="16764"/>
                    <a:pt x="16002" y="0"/>
                    <a:pt x="36576" y="0"/>
                  </a:cubicBezTo>
                  <a:cubicBezTo>
                    <a:pt x="56388" y="0"/>
                    <a:pt x="73152" y="16002"/>
                    <a:pt x="73152" y="36576"/>
                  </a:cubicBezTo>
                  <a:cubicBezTo>
                    <a:pt x="73152" y="57150"/>
                    <a:pt x="57150" y="73152"/>
                    <a:pt x="36576" y="73152"/>
                  </a:cubicBezTo>
                  <a:close/>
                  <a:moveTo>
                    <a:pt x="36576" y="16002"/>
                  </a:moveTo>
                  <a:cubicBezTo>
                    <a:pt x="25146" y="16002"/>
                    <a:pt x="15240" y="25908"/>
                    <a:pt x="15240" y="37338"/>
                  </a:cubicBezTo>
                  <a:cubicBezTo>
                    <a:pt x="15240" y="48768"/>
                    <a:pt x="24384" y="58674"/>
                    <a:pt x="36576" y="58674"/>
                  </a:cubicBezTo>
                  <a:cubicBezTo>
                    <a:pt x="48006" y="58674"/>
                    <a:pt x="57912" y="49530"/>
                    <a:pt x="57912" y="37338"/>
                  </a:cubicBezTo>
                  <a:cubicBezTo>
                    <a:pt x="57912" y="25146"/>
                    <a:pt x="48768" y="16002"/>
                    <a:pt x="36576" y="16002"/>
                  </a:cubicBezTo>
                  <a:close/>
                </a:path>
              </a:pathLst>
            </a:custGeom>
            <a:grpFill/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2882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2" name="Icon o-finance-018"/>
            <p:cNvSpPr/>
            <p:nvPr/>
          </p:nvSpPr>
          <p:spPr>
            <a:xfrm>
              <a:off x="8179308" y="1530096"/>
              <a:ext cx="73151" cy="73151"/>
            </a:xfrm>
            <a:custGeom>
              <a:avLst/>
              <a:gdLst/>
              <a:ahLst/>
              <a:cxnLst/>
              <a:rect l="l" t="t" r="r" b="b"/>
              <a:pathLst>
                <a:path w="73151" h="73151">
                  <a:moveTo>
                    <a:pt x="36576" y="73152"/>
                  </a:moveTo>
                  <a:cubicBezTo>
                    <a:pt x="16764" y="73152"/>
                    <a:pt x="0" y="57150"/>
                    <a:pt x="0" y="36576"/>
                  </a:cubicBezTo>
                  <a:cubicBezTo>
                    <a:pt x="0" y="16764"/>
                    <a:pt x="16002" y="0"/>
                    <a:pt x="36576" y="0"/>
                  </a:cubicBezTo>
                  <a:cubicBezTo>
                    <a:pt x="56388" y="0"/>
                    <a:pt x="73152" y="16002"/>
                    <a:pt x="73152" y="36576"/>
                  </a:cubicBezTo>
                  <a:cubicBezTo>
                    <a:pt x="73152" y="57150"/>
                    <a:pt x="56388" y="73152"/>
                    <a:pt x="36576" y="73152"/>
                  </a:cubicBezTo>
                  <a:close/>
                  <a:moveTo>
                    <a:pt x="36576" y="16002"/>
                  </a:moveTo>
                  <a:cubicBezTo>
                    <a:pt x="25146" y="16002"/>
                    <a:pt x="15240" y="25908"/>
                    <a:pt x="15240" y="37338"/>
                  </a:cubicBezTo>
                  <a:cubicBezTo>
                    <a:pt x="15240" y="48768"/>
                    <a:pt x="24384" y="58674"/>
                    <a:pt x="36576" y="58674"/>
                  </a:cubicBezTo>
                  <a:cubicBezTo>
                    <a:pt x="48006" y="58674"/>
                    <a:pt x="57912" y="49530"/>
                    <a:pt x="57912" y="37338"/>
                  </a:cubicBezTo>
                  <a:cubicBezTo>
                    <a:pt x="57912" y="25146"/>
                    <a:pt x="48006" y="16002"/>
                    <a:pt x="36576" y="16002"/>
                  </a:cubicBezTo>
                  <a:close/>
                </a:path>
              </a:pathLst>
            </a:custGeom>
            <a:grpFill/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2882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8229600" y="1938528"/>
            <a:ext cx="3401568" cy="3627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>
                <a:solidFill>
                  <a:srgbClr val="002882"/>
                </a:solidFill>
                <a:latin typeface="+mn-lt"/>
              </a:rPr>
              <a:t>Платежи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2374392"/>
            <a:ext cx="3401568" cy="1104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>
                <a:solidFill>
                  <a:srgbClr val="1C1C1C"/>
                </a:solidFill>
                <a:latin typeface="+mn-lt"/>
              </a:rPr>
              <a:t>Развитие платёжной экосистемы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229600" y="3598164"/>
            <a:ext cx="3447288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6" name="Icon o-finance-011"/>
          <p:cNvGrpSpPr/>
          <p:nvPr/>
        </p:nvGrpSpPr>
        <p:grpSpPr>
          <a:xfrm>
            <a:off x="512125" y="3954779"/>
            <a:ext cx="411356" cy="411480"/>
            <a:chOff x="2365815" y="1271968"/>
            <a:chExt cx="373006" cy="373189"/>
          </a:xfrm>
          <a:solidFill>
            <a:srgbClr val="002882"/>
          </a:solidFill>
        </p:grpSpPr>
        <p:grpSp>
          <p:nvGrpSpPr>
            <p:cNvPr id="47" name="Icon o-finance-011"/>
            <p:cNvGrpSpPr/>
            <p:nvPr/>
          </p:nvGrpSpPr>
          <p:grpSpPr>
            <a:xfrm>
              <a:off x="2406396" y="1395983"/>
              <a:ext cx="292607" cy="160020"/>
              <a:chOff x="2406396" y="1395983"/>
              <a:chExt cx="292607" cy="160020"/>
            </a:xfrm>
            <a:grpFill/>
          </p:grpSpPr>
          <p:sp>
            <p:nvSpPr>
              <p:cNvPr id="48" name="Icon o-finance-011"/>
              <p:cNvSpPr/>
              <p:nvPr/>
            </p:nvSpPr>
            <p:spPr>
              <a:xfrm>
                <a:off x="2406396" y="1395983"/>
                <a:ext cx="70103" cy="160020"/>
              </a:xfrm>
              <a:custGeom>
                <a:avLst/>
                <a:gdLst/>
                <a:ahLst/>
                <a:cxnLst/>
                <a:rect l="l" t="t" r="r" b="b"/>
                <a:pathLst>
                  <a:path w="70103" h="160020">
                    <a:moveTo>
                      <a:pt x="62484" y="160020"/>
                    </a:moveTo>
                    <a:lnTo>
                      <a:pt x="7620" y="160020"/>
                    </a:lnTo>
                    <a:cubicBezTo>
                      <a:pt x="3048" y="160020"/>
                      <a:pt x="0" y="156972"/>
                      <a:pt x="0" y="152400"/>
                    </a:cubicBezTo>
                    <a:lnTo>
                      <a:pt x="0" y="7620"/>
                    </a:lnTo>
                    <a:cubicBezTo>
                      <a:pt x="0" y="3048"/>
                      <a:pt x="3048" y="0"/>
                      <a:pt x="7620" y="0"/>
                    </a:cubicBezTo>
                    <a:lnTo>
                      <a:pt x="62484" y="0"/>
                    </a:lnTo>
                    <a:cubicBezTo>
                      <a:pt x="67056" y="0"/>
                      <a:pt x="70104" y="3048"/>
                      <a:pt x="70104" y="7620"/>
                    </a:cubicBezTo>
                    <a:lnTo>
                      <a:pt x="70104" y="152400"/>
                    </a:lnTo>
                    <a:cubicBezTo>
                      <a:pt x="70104" y="156972"/>
                      <a:pt x="67056" y="160020"/>
                      <a:pt x="62484" y="160020"/>
                    </a:cubicBezTo>
                    <a:close/>
                    <a:moveTo>
                      <a:pt x="16002" y="144780"/>
                    </a:moveTo>
                    <a:lnTo>
                      <a:pt x="55626" y="144780"/>
                    </a:lnTo>
                    <a:lnTo>
                      <a:pt x="55626" y="15240"/>
                    </a:lnTo>
                    <a:lnTo>
                      <a:pt x="16002" y="15240"/>
                    </a:lnTo>
                    <a:lnTo>
                      <a:pt x="16002" y="144780"/>
                    </a:lnTo>
                    <a:close/>
                  </a:path>
                </a:pathLst>
              </a:custGeom>
              <a:grpFill/>
              <a:ln w="76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2882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9" name="Icon o-finance-011"/>
              <p:cNvSpPr/>
              <p:nvPr/>
            </p:nvSpPr>
            <p:spPr>
              <a:xfrm>
                <a:off x="2517648" y="1395983"/>
                <a:ext cx="70103" cy="160020"/>
              </a:xfrm>
              <a:custGeom>
                <a:avLst/>
                <a:gdLst/>
                <a:ahLst/>
                <a:cxnLst/>
                <a:rect l="l" t="t" r="r" b="b"/>
                <a:pathLst>
                  <a:path w="70103" h="160020">
                    <a:moveTo>
                      <a:pt x="62484" y="160020"/>
                    </a:moveTo>
                    <a:lnTo>
                      <a:pt x="7620" y="160020"/>
                    </a:lnTo>
                    <a:cubicBezTo>
                      <a:pt x="3048" y="160020"/>
                      <a:pt x="0" y="156972"/>
                      <a:pt x="0" y="152400"/>
                    </a:cubicBezTo>
                    <a:lnTo>
                      <a:pt x="0" y="7620"/>
                    </a:lnTo>
                    <a:cubicBezTo>
                      <a:pt x="0" y="3048"/>
                      <a:pt x="3048" y="0"/>
                      <a:pt x="7620" y="0"/>
                    </a:cubicBezTo>
                    <a:lnTo>
                      <a:pt x="62484" y="0"/>
                    </a:lnTo>
                    <a:cubicBezTo>
                      <a:pt x="67056" y="0"/>
                      <a:pt x="70104" y="3048"/>
                      <a:pt x="70104" y="7620"/>
                    </a:cubicBezTo>
                    <a:lnTo>
                      <a:pt x="70104" y="152400"/>
                    </a:lnTo>
                    <a:cubicBezTo>
                      <a:pt x="70104" y="156972"/>
                      <a:pt x="66294" y="160020"/>
                      <a:pt x="62484" y="160020"/>
                    </a:cubicBezTo>
                    <a:close/>
                    <a:moveTo>
                      <a:pt x="15240" y="144780"/>
                    </a:moveTo>
                    <a:lnTo>
                      <a:pt x="54864" y="144780"/>
                    </a:lnTo>
                    <a:lnTo>
                      <a:pt x="54864" y="15240"/>
                    </a:lnTo>
                    <a:lnTo>
                      <a:pt x="15240" y="15240"/>
                    </a:lnTo>
                    <a:lnTo>
                      <a:pt x="15240" y="144780"/>
                    </a:lnTo>
                    <a:close/>
                  </a:path>
                </a:pathLst>
              </a:custGeom>
              <a:grpFill/>
              <a:ln w="76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2882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0" name="Icon o-finance-011"/>
              <p:cNvSpPr/>
              <p:nvPr/>
            </p:nvSpPr>
            <p:spPr>
              <a:xfrm>
                <a:off x="2628900" y="1395983"/>
                <a:ext cx="70103" cy="160020"/>
              </a:xfrm>
              <a:custGeom>
                <a:avLst/>
                <a:gdLst/>
                <a:ahLst/>
                <a:cxnLst/>
                <a:rect l="l" t="t" r="r" b="b"/>
                <a:pathLst>
                  <a:path w="70103" h="160020">
                    <a:moveTo>
                      <a:pt x="61722" y="160020"/>
                    </a:moveTo>
                    <a:lnTo>
                      <a:pt x="7620" y="160020"/>
                    </a:lnTo>
                    <a:cubicBezTo>
                      <a:pt x="3048" y="160020"/>
                      <a:pt x="0" y="156972"/>
                      <a:pt x="0" y="152400"/>
                    </a:cubicBezTo>
                    <a:lnTo>
                      <a:pt x="0" y="7620"/>
                    </a:lnTo>
                    <a:cubicBezTo>
                      <a:pt x="0" y="3048"/>
                      <a:pt x="3048" y="0"/>
                      <a:pt x="7620" y="0"/>
                    </a:cubicBezTo>
                    <a:lnTo>
                      <a:pt x="62484" y="0"/>
                    </a:lnTo>
                    <a:cubicBezTo>
                      <a:pt x="67056" y="0"/>
                      <a:pt x="70104" y="3048"/>
                      <a:pt x="70104" y="7620"/>
                    </a:cubicBezTo>
                    <a:lnTo>
                      <a:pt x="70104" y="152400"/>
                    </a:lnTo>
                    <a:cubicBezTo>
                      <a:pt x="69342" y="156972"/>
                      <a:pt x="66294" y="160020"/>
                      <a:pt x="61722" y="160020"/>
                    </a:cubicBezTo>
                    <a:close/>
                    <a:moveTo>
                      <a:pt x="15240" y="144780"/>
                    </a:moveTo>
                    <a:lnTo>
                      <a:pt x="54864" y="144780"/>
                    </a:lnTo>
                    <a:lnTo>
                      <a:pt x="54864" y="15240"/>
                    </a:lnTo>
                    <a:lnTo>
                      <a:pt x="15240" y="15240"/>
                    </a:lnTo>
                    <a:lnTo>
                      <a:pt x="15240" y="144780"/>
                    </a:lnTo>
                    <a:close/>
                  </a:path>
                </a:pathLst>
              </a:custGeom>
              <a:grpFill/>
              <a:ln w="76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2882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51" name="Icon o-finance-011"/>
            <p:cNvSpPr/>
            <p:nvPr/>
          </p:nvSpPr>
          <p:spPr>
            <a:xfrm>
              <a:off x="2372106" y="1568957"/>
              <a:ext cx="361187" cy="76200"/>
            </a:xfrm>
            <a:custGeom>
              <a:avLst/>
              <a:gdLst/>
              <a:ahLst/>
              <a:cxnLst/>
              <a:rect l="l" t="t" r="r" b="b"/>
              <a:pathLst>
                <a:path w="361187" h="76200">
                  <a:moveTo>
                    <a:pt x="353568" y="76200"/>
                  </a:moveTo>
                  <a:lnTo>
                    <a:pt x="7620" y="76200"/>
                  </a:lnTo>
                  <a:cubicBezTo>
                    <a:pt x="3048" y="76200"/>
                    <a:pt x="0" y="73152"/>
                    <a:pt x="0" y="68580"/>
                  </a:cubicBezTo>
                  <a:lnTo>
                    <a:pt x="0" y="7620"/>
                  </a:lnTo>
                  <a:cubicBezTo>
                    <a:pt x="0" y="3048"/>
                    <a:pt x="3048" y="0"/>
                    <a:pt x="7620" y="0"/>
                  </a:cubicBezTo>
                  <a:lnTo>
                    <a:pt x="353568" y="0"/>
                  </a:lnTo>
                  <a:cubicBezTo>
                    <a:pt x="358140" y="0"/>
                    <a:pt x="361188" y="3048"/>
                    <a:pt x="361188" y="7620"/>
                  </a:cubicBezTo>
                  <a:lnTo>
                    <a:pt x="361188" y="68580"/>
                  </a:lnTo>
                  <a:cubicBezTo>
                    <a:pt x="361188" y="73152"/>
                    <a:pt x="358140" y="76200"/>
                    <a:pt x="353568" y="76200"/>
                  </a:cubicBezTo>
                  <a:close/>
                  <a:moveTo>
                    <a:pt x="15240" y="60960"/>
                  </a:moveTo>
                  <a:lnTo>
                    <a:pt x="345948" y="60960"/>
                  </a:lnTo>
                  <a:lnTo>
                    <a:pt x="345948" y="15240"/>
                  </a:lnTo>
                  <a:lnTo>
                    <a:pt x="15240" y="15240"/>
                  </a:lnTo>
                  <a:lnTo>
                    <a:pt x="15240" y="60960"/>
                  </a:lnTo>
                  <a:close/>
                </a:path>
              </a:pathLst>
            </a:custGeom>
            <a:grpFill/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2882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2" name="Icon o-finance-011"/>
            <p:cNvSpPr/>
            <p:nvPr/>
          </p:nvSpPr>
          <p:spPr>
            <a:xfrm>
              <a:off x="2365815" y="1271968"/>
              <a:ext cx="373006" cy="104203"/>
            </a:xfrm>
            <a:custGeom>
              <a:avLst/>
              <a:gdLst/>
              <a:ahLst/>
              <a:cxnLst/>
              <a:rect l="l" t="t" r="r" b="b"/>
              <a:pathLst>
                <a:path w="373006" h="104203">
                  <a:moveTo>
                    <a:pt x="365954" y="104204"/>
                  </a:moveTo>
                  <a:lnTo>
                    <a:pt x="7814" y="104204"/>
                  </a:lnTo>
                  <a:cubicBezTo>
                    <a:pt x="4004" y="104204"/>
                    <a:pt x="956" y="101918"/>
                    <a:pt x="194" y="98108"/>
                  </a:cubicBezTo>
                  <a:cubicBezTo>
                    <a:pt x="-568" y="94298"/>
                    <a:pt x="956" y="91249"/>
                    <a:pt x="4004" y="89726"/>
                  </a:cubicBezTo>
                  <a:lnTo>
                    <a:pt x="183074" y="572"/>
                  </a:lnTo>
                  <a:cubicBezTo>
                    <a:pt x="185360" y="-191"/>
                    <a:pt x="187646" y="-191"/>
                    <a:pt x="189932" y="572"/>
                  </a:cubicBezTo>
                  <a:lnTo>
                    <a:pt x="369002" y="89726"/>
                  </a:lnTo>
                  <a:cubicBezTo>
                    <a:pt x="372050" y="91249"/>
                    <a:pt x="373574" y="95059"/>
                    <a:pt x="372812" y="98108"/>
                  </a:cubicBezTo>
                  <a:cubicBezTo>
                    <a:pt x="372812" y="101918"/>
                    <a:pt x="369764" y="104204"/>
                    <a:pt x="365954" y="104204"/>
                  </a:cubicBezTo>
                  <a:close/>
                  <a:moveTo>
                    <a:pt x="39818" y="88964"/>
                  </a:moveTo>
                  <a:lnTo>
                    <a:pt x="333188" y="88964"/>
                  </a:lnTo>
                  <a:lnTo>
                    <a:pt x="186884" y="15812"/>
                  </a:lnTo>
                  <a:lnTo>
                    <a:pt x="39818" y="88964"/>
                  </a:lnTo>
                  <a:close/>
                </a:path>
              </a:pathLst>
            </a:custGeom>
            <a:grpFill/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2882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53" name="TextBox 52"/>
          <p:cNvSpPr txBox="1"/>
          <p:nvPr/>
        </p:nvSpPr>
        <p:spPr>
          <a:xfrm>
            <a:off x="512064" y="4521708"/>
            <a:ext cx="3401568" cy="3627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>
                <a:solidFill>
                  <a:srgbClr val="002882"/>
                </a:solidFill>
                <a:latin typeface="+mn-lt"/>
              </a:rPr>
              <a:t>Офисная сеть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2064" y="4957572"/>
            <a:ext cx="3401568" cy="1104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>
                <a:solidFill>
                  <a:srgbClr val="1C1C1C"/>
                </a:solidFill>
                <a:latin typeface="+mn-lt"/>
              </a:rPr>
              <a:t>Оптимизация и новый формат офисов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12064" y="6181344"/>
            <a:ext cx="3447288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Freeform 1"/>
          <p:cNvSpPr/>
          <p:nvPr/>
        </p:nvSpPr>
        <p:spPr>
          <a:xfrm>
            <a:off x="4261104" y="3863340"/>
            <a:ext cx="3666744" cy="2354580"/>
          </a:xfrm>
          <a:custGeom>
            <a:avLst/>
            <a:gdLst/>
            <a:ahLst/>
            <a:cxnLst/>
            <a:rect l="l" t="t" r="r" b="b"/>
            <a:pathLst>
              <a:path w="3666744" h="2354580">
                <a:moveTo>
                  <a:pt x="200802" y="0"/>
                </a:moveTo>
                <a:lnTo>
                  <a:pt x="3666744" y="0"/>
                </a:lnTo>
                <a:lnTo>
                  <a:pt x="3465942" y="2354580"/>
                </a:lnTo>
                <a:lnTo>
                  <a:pt x="0" y="2354580"/>
                </a:lnTo>
                <a:close/>
              </a:path>
            </a:pathLst>
          </a:custGeom>
          <a:gradFill rotWithShape="1">
            <a:gsLst>
              <a:gs pos="0">
                <a:srgbClr val="00AAFF"/>
              </a:gs>
              <a:gs pos="100000">
                <a:srgbClr val="0091DA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grpSp>
        <p:nvGrpSpPr>
          <p:cNvPr id="56" name="Icon o-finance-084"/>
          <p:cNvGrpSpPr/>
          <p:nvPr/>
        </p:nvGrpSpPr>
        <p:grpSpPr>
          <a:xfrm>
            <a:off x="4462271" y="3995099"/>
            <a:ext cx="411480" cy="330841"/>
            <a:chOff x="4743450" y="6322314"/>
            <a:chExt cx="373380" cy="300227"/>
          </a:xfrm>
          <a:solidFill>
            <a:srgbClr val="FFFFFF"/>
          </a:solidFill>
        </p:grpSpPr>
        <p:sp>
          <p:nvSpPr>
            <p:cNvPr id="57" name="Icon o-finance-084"/>
            <p:cNvSpPr/>
            <p:nvPr/>
          </p:nvSpPr>
          <p:spPr>
            <a:xfrm>
              <a:off x="4743450" y="6607301"/>
              <a:ext cx="373380" cy="15240"/>
            </a:xfrm>
            <a:custGeom>
              <a:avLst/>
              <a:gdLst/>
              <a:ahLst/>
              <a:cxnLst/>
              <a:rect l="l" t="t" r="r" b="b"/>
              <a:pathLst>
                <a:path w="373380" h="15240">
                  <a:moveTo>
                    <a:pt x="365760" y="15240"/>
                  </a:moveTo>
                  <a:lnTo>
                    <a:pt x="7620" y="15240"/>
                  </a:lnTo>
                  <a:cubicBezTo>
                    <a:pt x="3048" y="15240"/>
                    <a:pt x="0" y="12192"/>
                    <a:pt x="0" y="7620"/>
                  </a:cubicBezTo>
                  <a:cubicBezTo>
                    <a:pt x="0" y="3048"/>
                    <a:pt x="3048" y="0"/>
                    <a:pt x="7620" y="0"/>
                  </a:cubicBezTo>
                  <a:lnTo>
                    <a:pt x="365760" y="0"/>
                  </a:lnTo>
                  <a:cubicBezTo>
                    <a:pt x="370332" y="0"/>
                    <a:pt x="373380" y="3048"/>
                    <a:pt x="373380" y="7620"/>
                  </a:cubicBezTo>
                  <a:cubicBezTo>
                    <a:pt x="373380" y="12192"/>
                    <a:pt x="370332" y="15240"/>
                    <a:pt x="365760" y="15240"/>
                  </a:cubicBezTo>
                  <a:close/>
                </a:path>
              </a:pathLst>
            </a:custGeom>
            <a:grpFill/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8" name="Icon o-finance-084"/>
            <p:cNvSpPr/>
            <p:nvPr/>
          </p:nvSpPr>
          <p:spPr>
            <a:xfrm>
              <a:off x="4879466" y="6322314"/>
              <a:ext cx="236601" cy="267461"/>
            </a:xfrm>
            <a:custGeom>
              <a:avLst/>
              <a:gdLst/>
              <a:ahLst/>
              <a:cxnLst/>
              <a:rect l="l" t="t" r="r" b="b"/>
              <a:pathLst>
                <a:path w="236601" h="267461">
                  <a:moveTo>
                    <a:pt x="105537" y="267462"/>
                  </a:moveTo>
                  <a:lnTo>
                    <a:pt x="8001" y="267462"/>
                  </a:lnTo>
                  <a:cubicBezTo>
                    <a:pt x="4953" y="267462"/>
                    <a:pt x="2667" y="265938"/>
                    <a:pt x="1143" y="263652"/>
                  </a:cubicBezTo>
                  <a:cubicBezTo>
                    <a:pt x="-381" y="261366"/>
                    <a:pt x="-381" y="258318"/>
                    <a:pt x="1143" y="256032"/>
                  </a:cubicBezTo>
                  <a:lnTo>
                    <a:pt x="126111" y="57150"/>
                  </a:lnTo>
                  <a:lnTo>
                    <a:pt x="98679" y="30480"/>
                  </a:lnTo>
                  <a:cubicBezTo>
                    <a:pt x="96393" y="28194"/>
                    <a:pt x="95631" y="25146"/>
                    <a:pt x="96393" y="22860"/>
                  </a:cubicBezTo>
                  <a:cubicBezTo>
                    <a:pt x="97155" y="19812"/>
                    <a:pt x="99441" y="18288"/>
                    <a:pt x="102489" y="17526"/>
                  </a:cubicBezTo>
                  <a:lnTo>
                    <a:pt x="213741" y="0"/>
                  </a:lnTo>
                  <a:cubicBezTo>
                    <a:pt x="216027" y="0"/>
                    <a:pt x="217551" y="0"/>
                    <a:pt x="219837" y="1524"/>
                  </a:cubicBezTo>
                  <a:cubicBezTo>
                    <a:pt x="221361" y="3048"/>
                    <a:pt x="222885" y="4572"/>
                    <a:pt x="222885" y="6858"/>
                  </a:cubicBezTo>
                  <a:lnTo>
                    <a:pt x="236601" y="144018"/>
                  </a:lnTo>
                  <a:cubicBezTo>
                    <a:pt x="236601" y="147066"/>
                    <a:pt x="235077" y="150114"/>
                    <a:pt x="232029" y="151638"/>
                  </a:cubicBezTo>
                  <a:cubicBezTo>
                    <a:pt x="228981" y="153162"/>
                    <a:pt x="225933" y="152400"/>
                    <a:pt x="223647" y="150114"/>
                  </a:cubicBezTo>
                  <a:lnTo>
                    <a:pt x="198501" y="125730"/>
                  </a:lnTo>
                  <a:lnTo>
                    <a:pt x="111633" y="263652"/>
                  </a:lnTo>
                  <a:cubicBezTo>
                    <a:pt x="110871" y="265938"/>
                    <a:pt x="108585" y="267462"/>
                    <a:pt x="105537" y="267462"/>
                  </a:cubicBezTo>
                  <a:close/>
                  <a:moveTo>
                    <a:pt x="22479" y="252222"/>
                  </a:moveTo>
                  <a:lnTo>
                    <a:pt x="101727" y="252222"/>
                  </a:lnTo>
                  <a:lnTo>
                    <a:pt x="190881" y="110490"/>
                  </a:lnTo>
                  <a:cubicBezTo>
                    <a:pt x="192405" y="108204"/>
                    <a:pt x="193929" y="107442"/>
                    <a:pt x="196215" y="106680"/>
                  </a:cubicBezTo>
                  <a:cubicBezTo>
                    <a:pt x="198501" y="106680"/>
                    <a:pt x="200787" y="107442"/>
                    <a:pt x="202311" y="108966"/>
                  </a:cubicBezTo>
                  <a:lnTo>
                    <a:pt x="219837" y="125730"/>
                  </a:lnTo>
                  <a:lnTo>
                    <a:pt x="208407" y="16764"/>
                  </a:lnTo>
                  <a:lnTo>
                    <a:pt x="120015" y="30480"/>
                  </a:lnTo>
                  <a:lnTo>
                    <a:pt x="141351" y="51054"/>
                  </a:lnTo>
                  <a:cubicBezTo>
                    <a:pt x="143637" y="53340"/>
                    <a:pt x="144399" y="57912"/>
                    <a:pt x="142875" y="60960"/>
                  </a:cubicBezTo>
                  <a:lnTo>
                    <a:pt x="22479" y="252222"/>
                  </a:lnTo>
                  <a:close/>
                </a:path>
              </a:pathLst>
            </a:custGeom>
            <a:grpFill/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9" name="Icon o-finance-084"/>
            <p:cNvSpPr/>
            <p:nvPr/>
          </p:nvSpPr>
          <p:spPr>
            <a:xfrm>
              <a:off x="4752213" y="6382511"/>
              <a:ext cx="176402" cy="207264"/>
            </a:xfrm>
            <a:custGeom>
              <a:avLst/>
              <a:gdLst/>
              <a:ahLst/>
              <a:cxnLst/>
              <a:rect l="l" t="t" r="r" b="b"/>
              <a:pathLst>
                <a:path w="176402" h="207264">
                  <a:moveTo>
                    <a:pt x="71247" y="207264"/>
                  </a:moveTo>
                  <a:lnTo>
                    <a:pt x="8001" y="207264"/>
                  </a:lnTo>
                  <a:cubicBezTo>
                    <a:pt x="4953" y="207264"/>
                    <a:pt x="2667" y="205740"/>
                    <a:pt x="1143" y="203454"/>
                  </a:cubicBezTo>
                  <a:cubicBezTo>
                    <a:pt x="-381" y="201168"/>
                    <a:pt x="-381" y="198120"/>
                    <a:pt x="1143" y="195834"/>
                  </a:cubicBezTo>
                  <a:lnTo>
                    <a:pt x="98679" y="40386"/>
                  </a:lnTo>
                  <a:lnTo>
                    <a:pt x="81915" y="24384"/>
                  </a:lnTo>
                  <a:cubicBezTo>
                    <a:pt x="79629" y="22098"/>
                    <a:pt x="78867" y="19050"/>
                    <a:pt x="79629" y="16764"/>
                  </a:cubicBezTo>
                  <a:cubicBezTo>
                    <a:pt x="80391" y="13716"/>
                    <a:pt x="82677" y="12192"/>
                    <a:pt x="85725" y="11430"/>
                  </a:cubicBezTo>
                  <a:lnTo>
                    <a:pt x="158115" y="0"/>
                  </a:lnTo>
                  <a:cubicBezTo>
                    <a:pt x="160401" y="0"/>
                    <a:pt x="161925" y="0"/>
                    <a:pt x="164211" y="1524"/>
                  </a:cubicBezTo>
                  <a:cubicBezTo>
                    <a:pt x="165735" y="3048"/>
                    <a:pt x="167259" y="4572"/>
                    <a:pt x="167259" y="6858"/>
                  </a:cubicBezTo>
                  <a:lnTo>
                    <a:pt x="176403" y="96012"/>
                  </a:lnTo>
                  <a:cubicBezTo>
                    <a:pt x="176403" y="99060"/>
                    <a:pt x="174879" y="102108"/>
                    <a:pt x="171831" y="103632"/>
                  </a:cubicBezTo>
                  <a:cubicBezTo>
                    <a:pt x="168783" y="105156"/>
                    <a:pt x="165735" y="104394"/>
                    <a:pt x="163449" y="102108"/>
                  </a:cubicBezTo>
                  <a:lnTo>
                    <a:pt x="148971" y="88392"/>
                  </a:lnTo>
                  <a:lnTo>
                    <a:pt x="76581" y="203454"/>
                  </a:lnTo>
                  <a:cubicBezTo>
                    <a:pt x="76581" y="205740"/>
                    <a:pt x="74295" y="207264"/>
                    <a:pt x="71247" y="207264"/>
                  </a:cubicBezTo>
                  <a:close/>
                  <a:moveTo>
                    <a:pt x="21717" y="192024"/>
                  </a:moveTo>
                  <a:lnTo>
                    <a:pt x="66675" y="192024"/>
                  </a:lnTo>
                  <a:lnTo>
                    <a:pt x="141351" y="73152"/>
                  </a:lnTo>
                  <a:cubicBezTo>
                    <a:pt x="142875" y="70866"/>
                    <a:pt x="144399" y="70104"/>
                    <a:pt x="146685" y="69342"/>
                  </a:cubicBezTo>
                  <a:cubicBezTo>
                    <a:pt x="148971" y="69342"/>
                    <a:pt x="151257" y="70104"/>
                    <a:pt x="152781" y="71628"/>
                  </a:cubicBezTo>
                  <a:lnTo>
                    <a:pt x="158877" y="76962"/>
                  </a:lnTo>
                  <a:lnTo>
                    <a:pt x="152781" y="16764"/>
                  </a:lnTo>
                  <a:lnTo>
                    <a:pt x="104013" y="24384"/>
                  </a:lnTo>
                  <a:lnTo>
                    <a:pt x="113919" y="33528"/>
                  </a:lnTo>
                  <a:cubicBezTo>
                    <a:pt x="116205" y="35814"/>
                    <a:pt x="116967" y="40386"/>
                    <a:pt x="115443" y="43434"/>
                  </a:cubicBezTo>
                  <a:lnTo>
                    <a:pt x="21717" y="192024"/>
                  </a:lnTo>
                  <a:close/>
                </a:path>
              </a:pathLst>
            </a:custGeom>
            <a:grpFill/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4462272" y="4521708"/>
            <a:ext cx="3081528" cy="3627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+mn-lt"/>
              </a:rPr>
              <a:t>Цифровые продажи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62272" y="4957572"/>
            <a:ext cx="3035808" cy="1104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+mn-lt"/>
              </a:rPr>
              <a:t>Доля онлайн-продаж — </a:t>
            </a:r>
            <a:r>
              <a:rPr sz="1500" b="0">
                <a:solidFill>
                  <a:srgbClr val="FFFFFF"/>
                </a:solidFill>
                <a:latin typeface="+mj-lt"/>
              </a:rPr>
              <a:t>не менее 70%</a:t>
            </a:r>
          </a:p>
        </p:txBody>
      </p:sp>
      <p:grpSp>
        <p:nvGrpSpPr>
          <p:cNvPr id="62" name="Icon o-finance-080"/>
          <p:cNvGrpSpPr/>
          <p:nvPr/>
        </p:nvGrpSpPr>
        <p:grpSpPr>
          <a:xfrm>
            <a:off x="8229600" y="3967766"/>
            <a:ext cx="411480" cy="385507"/>
            <a:chOff x="9498330" y="5581643"/>
            <a:chExt cx="373380" cy="349765"/>
          </a:xfrm>
          <a:solidFill>
            <a:srgbClr val="002882"/>
          </a:solidFill>
        </p:grpSpPr>
        <p:sp>
          <p:nvSpPr>
            <p:cNvPr id="63" name="Icon o-finance-080"/>
            <p:cNvSpPr/>
            <p:nvPr/>
          </p:nvSpPr>
          <p:spPr>
            <a:xfrm>
              <a:off x="9599676" y="5581643"/>
              <a:ext cx="272033" cy="311665"/>
            </a:xfrm>
            <a:custGeom>
              <a:avLst/>
              <a:gdLst/>
              <a:ahLst/>
              <a:cxnLst/>
              <a:rect l="l" t="t" r="r" b="b"/>
              <a:pathLst>
                <a:path w="272033" h="311665">
                  <a:moveTo>
                    <a:pt x="85344" y="311665"/>
                  </a:moveTo>
                  <a:cubicBezTo>
                    <a:pt x="72390" y="311665"/>
                    <a:pt x="59435" y="310903"/>
                    <a:pt x="50292" y="307855"/>
                  </a:cubicBezTo>
                  <a:cubicBezTo>
                    <a:pt x="28955" y="300997"/>
                    <a:pt x="8382" y="302521"/>
                    <a:pt x="8382" y="302521"/>
                  </a:cubicBezTo>
                  <a:lnTo>
                    <a:pt x="0" y="303283"/>
                  </a:lnTo>
                  <a:lnTo>
                    <a:pt x="0" y="150883"/>
                  </a:lnTo>
                  <a:lnTo>
                    <a:pt x="31242" y="150883"/>
                  </a:lnTo>
                  <a:cubicBezTo>
                    <a:pt x="40385" y="140215"/>
                    <a:pt x="77724" y="102115"/>
                    <a:pt x="128015" y="71635"/>
                  </a:cubicBezTo>
                  <a:cubicBezTo>
                    <a:pt x="182117" y="39631"/>
                    <a:pt x="183642" y="18295"/>
                    <a:pt x="184404" y="6865"/>
                  </a:cubicBezTo>
                  <a:lnTo>
                    <a:pt x="185165" y="7"/>
                  </a:lnTo>
                  <a:lnTo>
                    <a:pt x="192024" y="7"/>
                  </a:lnTo>
                  <a:cubicBezTo>
                    <a:pt x="192785" y="7"/>
                    <a:pt x="213360" y="-755"/>
                    <a:pt x="225552" y="13723"/>
                  </a:cubicBezTo>
                  <a:cubicBezTo>
                    <a:pt x="234695" y="24391"/>
                    <a:pt x="236982" y="38869"/>
                    <a:pt x="233172" y="57919"/>
                  </a:cubicBezTo>
                  <a:cubicBezTo>
                    <a:pt x="227837" y="82303"/>
                    <a:pt x="214122" y="102115"/>
                    <a:pt x="199644" y="116593"/>
                  </a:cubicBezTo>
                  <a:lnTo>
                    <a:pt x="240792" y="116593"/>
                  </a:lnTo>
                  <a:cubicBezTo>
                    <a:pt x="258317" y="116593"/>
                    <a:pt x="272034" y="129547"/>
                    <a:pt x="272034" y="146311"/>
                  </a:cubicBezTo>
                  <a:cubicBezTo>
                    <a:pt x="272034" y="154693"/>
                    <a:pt x="268224" y="163075"/>
                    <a:pt x="261365" y="168409"/>
                  </a:cubicBezTo>
                  <a:cubicBezTo>
                    <a:pt x="267462" y="173743"/>
                    <a:pt x="272034" y="181363"/>
                    <a:pt x="272034" y="190507"/>
                  </a:cubicBezTo>
                  <a:cubicBezTo>
                    <a:pt x="272034" y="201175"/>
                    <a:pt x="265937" y="211081"/>
                    <a:pt x="256794" y="216415"/>
                  </a:cubicBezTo>
                  <a:cubicBezTo>
                    <a:pt x="261365" y="221749"/>
                    <a:pt x="263652" y="227845"/>
                    <a:pt x="263652" y="234703"/>
                  </a:cubicBezTo>
                  <a:cubicBezTo>
                    <a:pt x="263652" y="248419"/>
                    <a:pt x="254507" y="259087"/>
                    <a:pt x="241554" y="262897"/>
                  </a:cubicBezTo>
                  <a:cubicBezTo>
                    <a:pt x="244602" y="267469"/>
                    <a:pt x="246125" y="272803"/>
                    <a:pt x="246125" y="278899"/>
                  </a:cubicBezTo>
                  <a:cubicBezTo>
                    <a:pt x="246125" y="294901"/>
                    <a:pt x="232410" y="308617"/>
                    <a:pt x="214884" y="308617"/>
                  </a:cubicBezTo>
                  <a:lnTo>
                    <a:pt x="137160" y="308617"/>
                  </a:lnTo>
                  <a:cubicBezTo>
                    <a:pt x="133350" y="308617"/>
                    <a:pt x="108965" y="311665"/>
                    <a:pt x="85344" y="311665"/>
                  </a:cubicBezTo>
                  <a:close/>
                  <a:moveTo>
                    <a:pt x="15240" y="286519"/>
                  </a:moveTo>
                  <a:cubicBezTo>
                    <a:pt x="24384" y="286519"/>
                    <a:pt x="39624" y="288043"/>
                    <a:pt x="54864" y="293377"/>
                  </a:cubicBezTo>
                  <a:cubicBezTo>
                    <a:pt x="72390" y="299473"/>
                    <a:pt x="118872" y="294901"/>
                    <a:pt x="134874" y="293377"/>
                  </a:cubicBezTo>
                  <a:lnTo>
                    <a:pt x="135635" y="293377"/>
                  </a:lnTo>
                  <a:lnTo>
                    <a:pt x="213360" y="293377"/>
                  </a:lnTo>
                  <a:cubicBezTo>
                    <a:pt x="222504" y="293377"/>
                    <a:pt x="229362" y="286519"/>
                    <a:pt x="229362" y="278899"/>
                  </a:cubicBezTo>
                  <a:cubicBezTo>
                    <a:pt x="229362" y="271279"/>
                    <a:pt x="222504" y="264421"/>
                    <a:pt x="213360" y="264421"/>
                  </a:cubicBezTo>
                  <a:lnTo>
                    <a:pt x="213360" y="249181"/>
                  </a:lnTo>
                  <a:lnTo>
                    <a:pt x="230885" y="249181"/>
                  </a:lnTo>
                  <a:cubicBezTo>
                    <a:pt x="240030" y="249181"/>
                    <a:pt x="246887" y="242323"/>
                    <a:pt x="246887" y="234703"/>
                  </a:cubicBezTo>
                  <a:cubicBezTo>
                    <a:pt x="246887" y="227083"/>
                    <a:pt x="240030" y="220225"/>
                    <a:pt x="230885" y="220225"/>
                  </a:cubicBezTo>
                  <a:lnTo>
                    <a:pt x="230885" y="204985"/>
                  </a:lnTo>
                  <a:lnTo>
                    <a:pt x="239267" y="204985"/>
                  </a:lnTo>
                  <a:cubicBezTo>
                    <a:pt x="248412" y="204985"/>
                    <a:pt x="255270" y="198127"/>
                    <a:pt x="255270" y="190507"/>
                  </a:cubicBezTo>
                  <a:cubicBezTo>
                    <a:pt x="255270" y="182887"/>
                    <a:pt x="248412" y="176029"/>
                    <a:pt x="239267" y="176029"/>
                  </a:cubicBezTo>
                  <a:lnTo>
                    <a:pt x="239267" y="160789"/>
                  </a:lnTo>
                  <a:cubicBezTo>
                    <a:pt x="248412" y="160789"/>
                    <a:pt x="255270" y="153931"/>
                    <a:pt x="255270" y="146311"/>
                  </a:cubicBezTo>
                  <a:cubicBezTo>
                    <a:pt x="255270" y="138691"/>
                    <a:pt x="248412" y="131833"/>
                    <a:pt x="239267" y="131833"/>
                  </a:cubicBezTo>
                  <a:lnTo>
                    <a:pt x="156972" y="131833"/>
                  </a:lnTo>
                  <a:lnTo>
                    <a:pt x="173735" y="118117"/>
                  </a:lnTo>
                  <a:cubicBezTo>
                    <a:pt x="189737" y="104401"/>
                    <a:pt x="211074" y="83065"/>
                    <a:pt x="216407" y="54871"/>
                  </a:cubicBezTo>
                  <a:cubicBezTo>
                    <a:pt x="219455" y="41155"/>
                    <a:pt x="217932" y="30487"/>
                    <a:pt x="212597" y="23629"/>
                  </a:cubicBezTo>
                  <a:cubicBezTo>
                    <a:pt x="208787" y="19057"/>
                    <a:pt x="202692" y="16771"/>
                    <a:pt x="198120" y="16009"/>
                  </a:cubicBezTo>
                  <a:cubicBezTo>
                    <a:pt x="195834" y="31249"/>
                    <a:pt x="185927" y="54109"/>
                    <a:pt x="134874" y="84589"/>
                  </a:cubicBezTo>
                  <a:cubicBezTo>
                    <a:pt x="79247" y="118117"/>
                    <a:pt x="39624" y="163075"/>
                    <a:pt x="39624" y="163837"/>
                  </a:cubicBezTo>
                  <a:lnTo>
                    <a:pt x="37337" y="166123"/>
                  </a:lnTo>
                  <a:lnTo>
                    <a:pt x="14477" y="166123"/>
                  </a:lnTo>
                  <a:lnTo>
                    <a:pt x="14477" y="286519"/>
                  </a:lnTo>
                  <a:close/>
                </a:path>
              </a:pathLst>
            </a:custGeom>
            <a:grpFill/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2882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4" name="Icon o-finance-080"/>
            <p:cNvSpPr/>
            <p:nvPr/>
          </p:nvSpPr>
          <p:spPr>
            <a:xfrm>
              <a:off x="9498330" y="5708904"/>
              <a:ext cx="116586" cy="222504"/>
            </a:xfrm>
            <a:custGeom>
              <a:avLst/>
              <a:gdLst/>
              <a:ahLst/>
              <a:cxnLst/>
              <a:rect l="l" t="t" r="r" b="b"/>
              <a:pathLst>
                <a:path w="116586" h="222504">
                  <a:moveTo>
                    <a:pt x="116586" y="222504"/>
                  </a:moveTo>
                  <a:lnTo>
                    <a:pt x="0" y="222504"/>
                  </a:lnTo>
                  <a:lnTo>
                    <a:pt x="0" y="0"/>
                  </a:lnTo>
                  <a:lnTo>
                    <a:pt x="116586" y="0"/>
                  </a:lnTo>
                  <a:lnTo>
                    <a:pt x="116586" y="222504"/>
                  </a:lnTo>
                  <a:close/>
                  <a:moveTo>
                    <a:pt x="15240" y="207264"/>
                  </a:moveTo>
                  <a:lnTo>
                    <a:pt x="101346" y="207264"/>
                  </a:lnTo>
                  <a:lnTo>
                    <a:pt x="101346" y="15240"/>
                  </a:lnTo>
                  <a:lnTo>
                    <a:pt x="15240" y="15240"/>
                  </a:lnTo>
                  <a:lnTo>
                    <a:pt x="15240" y="207264"/>
                  </a:lnTo>
                  <a:close/>
                </a:path>
              </a:pathLst>
            </a:custGeom>
            <a:grpFill/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2882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5" name="Icon o-finance-080"/>
            <p:cNvSpPr/>
            <p:nvPr/>
          </p:nvSpPr>
          <p:spPr>
            <a:xfrm>
              <a:off x="9524238" y="5855208"/>
              <a:ext cx="50291" cy="51815"/>
            </a:xfrm>
            <a:custGeom>
              <a:avLst/>
              <a:gdLst/>
              <a:ahLst/>
              <a:cxnLst/>
              <a:rect l="l" t="t" r="r" b="b"/>
              <a:pathLst>
                <a:path w="50291" h="51815">
                  <a:moveTo>
                    <a:pt x="25145" y="51816"/>
                  </a:moveTo>
                  <a:cubicBezTo>
                    <a:pt x="11430" y="51816"/>
                    <a:pt x="0" y="40386"/>
                    <a:pt x="0" y="25908"/>
                  </a:cubicBezTo>
                  <a:cubicBezTo>
                    <a:pt x="0" y="11430"/>
                    <a:pt x="11430" y="0"/>
                    <a:pt x="25145" y="0"/>
                  </a:cubicBezTo>
                  <a:cubicBezTo>
                    <a:pt x="38862" y="0"/>
                    <a:pt x="50292" y="11430"/>
                    <a:pt x="50292" y="25908"/>
                  </a:cubicBezTo>
                  <a:cubicBezTo>
                    <a:pt x="50292" y="40386"/>
                    <a:pt x="38862" y="51816"/>
                    <a:pt x="25145" y="51816"/>
                  </a:cubicBezTo>
                  <a:close/>
                  <a:moveTo>
                    <a:pt x="25145" y="16002"/>
                  </a:moveTo>
                  <a:cubicBezTo>
                    <a:pt x="19812" y="16002"/>
                    <a:pt x="15240" y="20574"/>
                    <a:pt x="15240" y="26670"/>
                  </a:cubicBezTo>
                  <a:cubicBezTo>
                    <a:pt x="15240" y="32766"/>
                    <a:pt x="19812" y="37338"/>
                    <a:pt x="25145" y="37338"/>
                  </a:cubicBezTo>
                  <a:cubicBezTo>
                    <a:pt x="30480" y="37338"/>
                    <a:pt x="35052" y="32766"/>
                    <a:pt x="35052" y="26670"/>
                  </a:cubicBezTo>
                  <a:cubicBezTo>
                    <a:pt x="35052" y="20574"/>
                    <a:pt x="30480" y="16002"/>
                    <a:pt x="25145" y="16002"/>
                  </a:cubicBezTo>
                  <a:close/>
                </a:path>
              </a:pathLst>
            </a:custGeom>
            <a:grpFill/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2882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6" name="Icon o-finance-080"/>
            <p:cNvSpPr/>
            <p:nvPr/>
          </p:nvSpPr>
          <p:spPr>
            <a:xfrm>
              <a:off x="9559290" y="5732526"/>
              <a:ext cx="15240" cy="112014"/>
            </a:xfrm>
            <a:custGeom>
              <a:avLst/>
              <a:gdLst/>
              <a:ahLst/>
              <a:cxnLst/>
              <a:rect l="l" t="t" r="r" b="b"/>
              <a:pathLst>
                <a:path w="15240" h="112014">
                  <a:moveTo>
                    <a:pt x="0" y="0"/>
                  </a:moveTo>
                  <a:lnTo>
                    <a:pt x="15240" y="0"/>
                  </a:lnTo>
                  <a:lnTo>
                    <a:pt x="15240" y="112014"/>
                  </a:lnTo>
                  <a:lnTo>
                    <a:pt x="0" y="112014"/>
                  </a:lnTo>
                  <a:close/>
                </a:path>
              </a:pathLst>
            </a:custGeom>
            <a:grpFill/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2882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7" name="Icon o-finance-080"/>
            <p:cNvSpPr/>
            <p:nvPr/>
          </p:nvSpPr>
          <p:spPr>
            <a:xfrm>
              <a:off x="9664446" y="5689854"/>
              <a:ext cx="61721" cy="64770"/>
            </a:xfrm>
            <a:custGeom>
              <a:avLst/>
              <a:gdLst/>
              <a:ahLst/>
              <a:cxnLst/>
              <a:rect l="l" t="t" r="r" b="b"/>
              <a:pathLst>
                <a:path w="61721" h="64770">
                  <a:moveTo>
                    <a:pt x="13715" y="64770"/>
                  </a:moveTo>
                  <a:lnTo>
                    <a:pt x="0" y="57912"/>
                  </a:lnTo>
                  <a:cubicBezTo>
                    <a:pt x="762" y="56388"/>
                    <a:pt x="20574" y="19812"/>
                    <a:pt x="54102" y="0"/>
                  </a:cubicBezTo>
                  <a:lnTo>
                    <a:pt x="61722" y="12954"/>
                  </a:lnTo>
                  <a:cubicBezTo>
                    <a:pt x="32004" y="30480"/>
                    <a:pt x="13715" y="64770"/>
                    <a:pt x="13715" y="64770"/>
                  </a:cubicBezTo>
                  <a:close/>
                </a:path>
              </a:pathLst>
            </a:custGeom>
            <a:grpFill/>
            <a:ln w="76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2882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68" name="TextBox 67"/>
          <p:cNvSpPr txBox="1"/>
          <p:nvPr/>
        </p:nvSpPr>
        <p:spPr>
          <a:xfrm>
            <a:off x="8229600" y="4521708"/>
            <a:ext cx="3401568" cy="3627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>
                <a:solidFill>
                  <a:srgbClr val="002882"/>
                </a:solidFill>
                <a:latin typeface="+mn-lt"/>
              </a:rPr>
              <a:t>Качество сервиса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29600" y="4957572"/>
            <a:ext cx="3401568" cy="1104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>
                <a:solidFill>
                  <a:srgbClr val="1C1C1C"/>
                </a:solidFill>
                <a:latin typeface="+mn-lt"/>
              </a:rPr>
              <a:t>Рост NPS во всех каналах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8229600" y="6181344"/>
            <a:ext cx="3447288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НАПРАВЛЕНИЯ РАБОТЫ</a:t>
            </a:r>
          </a:p>
        </p:txBody>
      </p:sp>
      <p:sp>
        <p:nvSpPr>
          <p:cNvPr id="11" name="Номер слайда 3">
            <a:extLst>
              <a:ext uri="{FF2B5EF4-FFF2-40B4-BE49-F238E27FC236}">
                <a16:creationId xmlns:a16="http://schemas.microsoft.com/office/drawing/2014/main" id="{A8D8CCBB-60F1-421E-BD7C-5B2872A3F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0352" y="6437938"/>
            <a:ext cx="5096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fld id="{7E1A2DEA-0812-41F9-88C5-48F7F643210D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12" name="Picture 11" descr="layers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1234440"/>
            <a:ext cx="411480" cy="4114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12064" y="1783080"/>
            <a:ext cx="3611880" cy="44348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512064" y="1783080"/>
            <a:ext cx="3611880" cy="566928"/>
          </a:xfrm>
          <a:custGeom>
            <a:avLst/>
            <a:gdLst/>
            <a:ahLst/>
            <a:cxnLst/>
            <a:rect l="l" t="t" r="r" b="b"/>
            <a:pathLst>
              <a:path w="3611880" h="566928">
                <a:moveTo>
                  <a:pt x="0" y="0"/>
                </a:moveTo>
                <a:lnTo>
                  <a:pt x="3611880" y="0"/>
                </a:lnTo>
                <a:lnTo>
                  <a:pt x="3404384" y="566928"/>
                </a:lnTo>
                <a:lnTo>
                  <a:pt x="0" y="566928"/>
                </a:lnTo>
                <a:close/>
              </a:path>
            </a:pathLst>
          </a:custGeom>
          <a:gradFill rotWithShape="1">
            <a:gsLst>
              <a:gs pos="50000">
                <a:srgbClr val="002882"/>
              </a:gs>
              <a:gs pos="100000">
                <a:srgbClr val="001E6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819656"/>
            <a:ext cx="3111776" cy="4937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+mn-lt"/>
              </a:rPr>
              <a:t>Продукты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560320"/>
            <a:ext cx="3291840" cy="3520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buClr>
                <a:srgbClr val="002882"/>
              </a:buClr>
              <a:buFont typeface="Arial"/>
              <a:buChar char="•"/>
            </a:pPr>
            <a:r>
              <a:rPr sz="1500" b="0">
                <a:solidFill>
                  <a:srgbClr val="1C1C1C"/>
                </a:solidFill>
                <a:latin typeface="+mn-lt"/>
              </a:rPr>
              <a:t>Единая продуктовая линейка</a:t>
            </a:r>
          </a:p>
          <a:p>
            <a:pPr algn="l" marL="155448" indent="-155448">
              <a:spcBef>
                <a:spcPts val="600"/>
              </a:spcBef>
              <a:buClr>
                <a:srgbClr val="002882"/>
              </a:buClr>
              <a:buFont typeface="Arial"/>
              <a:buChar char="•"/>
            </a:pPr>
            <a:r>
              <a:rPr sz="1500" b="0">
                <a:solidFill>
                  <a:srgbClr val="1C1C1C"/>
                </a:solidFill>
                <a:latin typeface="+mn-lt"/>
              </a:rPr>
              <a:t>Персональные условия</a:t>
            </a:r>
          </a:p>
          <a:p>
            <a:pPr algn="l" marL="155448" indent="-155448">
              <a:spcBef>
                <a:spcPts val="600"/>
              </a:spcBef>
              <a:buClr>
                <a:srgbClr val="002882"/>
              </a:buClr>
              <a:buFont typeface="Arial"/>
              <a:buChar char="•"/>
            </a:pPr>
            <a:r>
              <a:rPr sz="1500" b="0">
                <a:solidFill>
                  <a:srgbClr val="1C1C1C"/>
                </a:solidFill>
                <a:latin typeface="+mn-lt"/>
              </a:rPr>
              <a:t>Пакетные предложения</a:t>
            </a:r>
          </a:p>
        </p:txBody>
      </p:sp>
      <p:pic>
        <p:nvPicPr>
          <p:cNvPr id="16" name="Picture 15" descr="globe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256" y="1234440"/>
            <a:ext cx="411480" cy="41148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288536" y="1783080"/>
            <a:ext cx="3611880" cy="44348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288536" y="1783080"/>
            <a:ext cx="3611880" cy="566928"/>
          </a:xfrm>
          <a:custGeom>
            <a:avLst/>
            <a:gdLst/>
            <a:ahLst/>
            <a:cxnLst/>
            <a:rect l="l" t="t" r="r" b="b"/>
            <a:pathLst>
              <a:path w="3611880" h="566928">
                <a:moveTo>
                  <a:pt x="0" y="0"/>
                </a:moveTo>
                <a:lnTo>
                  <a:pt x="3611880" y="0"/>
                </a:lnTo>
                <a:lnTo>
                  <a:pt x="3404384" y="566928"/>
                </a:lnTo>
                <a:lnTo>
                  <a:pt x="0" y="566928"/>
                </a:lnTo>
                <a:close/>
              </a:path>
            </a:pathLst>
          </a:custGeom>
          <a:gradFill rotWithShape="1">
            <a:gsLst>
              <a:gs pos="50000">
                <a:srgbClr val="002882"/>
              </a:gs>
              <a:gs pos="100000">
                <a:srgbClr val="001E6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9704" y="1819656"/>
            <a:ext cx="3111776" cy="4937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+mn-lt"/>
              </a:rPr>
              <a:t>Каналы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1416" y="2560320"/>
            <a:ext cx="3291840" cy="3520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buClr>
                <a:srgbClr val="002882"/>
              </a:buClr>
              <a:buFont typeface="Arial"/>
              <a:buChar char="•"/>
            </a:pPr>
            <a:r>
              <a:rPr sz="1500" b="0">
                <a:solidFill>
                  <a:srgbClr val="1C1C1C"/>
                </a:solidFill>
                <a:latin typeface="+mn-lt"/>
              </a:rPr>
              <a:t>Мобильное приложение</a:t>
            </a:r>
          </a:p>
          <a:p>
            <a:pPr algn="l" marL="155448" indent="-155448">
              <a:spcBef>
                <a:spcPts val="600"/>
              </a:spcBef>
              <a:buClr>
                <a:srgbClr val="002882"/>
              </a:buClr>
              <a:buFont typeface="Arial"/>
              <a:buChar char="•"/>
            </a:pPr>
            <a:r>
              <a:rPr sz="1500" b="0">
                <a:solidFill>
                  <a:srgbClr val="1C1C1C"/>
                </a:solidFill>
                <a:latin typeface="+mn-lt"/>
              </a:rPr>
              <a:t>Интернет-банк</a:t>
            </a:r>
          </a:p>
          <a:p>
            <a:pPr algn="l" marL="155448" indent="-155448">
              <a:spcBef>
                <a:spcPts val="600"/>
              </a:spcBef>
              <a:buClr>
                <a:srgbClr val="002882"/>
              </a:buClr>
              <a:buFont typeface="Arial"/>
              <a:buChar char="•"/>
            </a:pPr>
            <a:r>
              <a:rPr sz="1500" b="0">
                <a:solidFill>
                  <a:srgbClr val="1C1C1C"/>
                </a:solidFill>
                <a:latin typeface="+mn-lt"/>
              </a:rPr>
              <a:t>Офисы нового формата</a:t>
            </a:r>
          </a:p>
        </p:txBody>
      </p:sp>
      <p:pic>
        <p:nvPicPr>
          <p:cNvPr id="20" name="Picture 19" descr="structure-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0728" y="1234440"/>
            <a:ext cx="411480" cy="41148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8065008" y="1783080"/>
            <a:ext cx="3611880" cy="44348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8065008" y="1783080"/>
            <a:ext cx="3611880" cy="566928"/>
          </a:xfrm>
          <a:custGeom>
            <a:avLst/>
            <a:gdLst/>
            <a:ahLst/>
            <a:cxnLst/>
            <a:rect l="l" t="t" r="r" b="b"/>
            <a:pathLst>
              <a:path w="3611880" h="566928">
                <a:moveTo>
                  <a:pt x="0" y="0"/>
                </a:moveTo>
                <a:lnTo>
                  <a:pt x="3611880" y="0"/>
                </a:lnTo>
                <a:lnTo>
                  <a:pt x="3404384" y="566928"/>
                </a:lnTo>
                <a:lnTo>
                  <a:pt x="0" y="566928"/>
                </a:lnTo>
                <a:close/>
              </a:path>
            </a:pathLst>
          </a:custGeom>
          <a:gradFill rotWithShape="1">
            <a:gsLst>
              <a:gs pos="0">
                <a:srgbClr val="00AAFF"/>
              </a:gs>
              <a:gs pos="100000">
                <a:srgbClr val="0091DA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6176" y="1819656"/>
            <a:ext cx="3111776" cy="4937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+mn-lt"/>
              </a:rPr>
              <a:t>Технологии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560320"/>
            <a:ext cx="3291840" cy="3520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buClr>
                <a:srgbClr val="002882"/>
              </a:buClr>
              <a:buFont typeface="Arial"/>
              <a:buChar char="•"/>
            </a:pPr>
            <a:r>
              <a:rPr sz="1500" b="0">
                <a:solidFill>
                  <a:srgbClr val="1C1C1C"/>
                </a:solidFill>
                <a:latin typeface="+mn-lt"/>
              </a:rPr>
              <a:t>Облачная платформа</a:t>
            </a:r>
          </a:p>
          <a:p>
            <a:pPr algn="l" marL="155448" indent="-155448">
              <a:spcBef>
                <a:spcPts val="600"/>
              </a:spcBef>
              <a:buClr>
                <a:srgbClr val="002882"/>
              </a:buClr>
              <a:buFont typeface="Arial"/>
              <a:buChar char="•"/>
            </a:pPr>
            <a:r>
              <a:rPr sz="1500" b="0">
                <a:solidFill>
                  <a:srgbClr val="1C1C1C"/>
                </a:solidFill>
                <a:latin typeface="+mn-lt"/>
              </a:rPr>
              <a:t>Модели машинного обучения</a:t>
            </a:r>
          </a:p>
          <a:p>
            <a:pPr algn="l" marL="155448" indent="-155448">
              <a:spcBef>
                <a:spcPts val="600"/>
              </a:spcBef>
              <a:buClr>
                <a:srgbClr val="002882"/>
              </a:buClr>
              <a:buFont typeface="Arial"/>
              <a:buChar char="•"/>
            </a:pPr>
            <a:r>
              <a:rPr sz="1500" b="0">
                <a:solidFill>
                  <a:srgbClr val="1C1C1C"/>
                </a:solidFill>
                <a:latin typeface="+mn-lt"/>
              </a:rPr>
              <a:t>Открытые API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ФАКТОРЫ РОСТА</a:t>
            </a:r>
          </a:p>
        </p:txBody>
      </p:sp>
      <p:sp>
        <p:nvSpPr>
          <p:cNvPr id="11" name="Номер слайда 3">
            <a:extLst>
              <a:ext uri="{FF2B5EF4-FFF2-40B4-BE49-F238E27FC236}">
                <a16:creationId xmlns:a16="http://schemas.microsoft.com/office/drawing/2014/main" id="{A8D8CCBB-60F1-421E-BD7C-5B2872A3F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0352" y="6437938"/>
            <a:ext cx="5096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fld id="{7E1A2DEA-0812-41F9-88C5-48F7F643210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2" name="Rectangle 11"/>
          <p:cNvSpPr/>
          <p:nvPr/>
        </p:nvSpPr>
        <p:spPr>
          <a:xfrm>
            <a:off x="512064" y="1234440"/>
            <a:ext cx="3291840" cy="4983480"/>
          </a:xfrm>
          <a:prstGeom prst="rect">
            <a:avLst/>
          </a:prstGeom>
          <a:gradFill rotWithShape="1">
            <a:gsLst>
              <a:gs pos="0">
                <a:srgbClr val="00AAFF"/>
              </a:gs>
              <a:gs pos="100000">
                <a:srgbClr val="0091DA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pic>
        <p:nvPicPr>
          <p:cNvPr id="13" name="Picture 12" descr="strategy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1600200"/>
            <a:ext cx="502920" cy="502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2104" y="2286000"/>
            <a:ext cx="2651760" cy="3703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+mn-lt"/>
              </a:rPr>
              <a:t>Пять факторов обеспечат </a:t>
            </a:r>
            <a:r>
              <a:rPr sz="1800" b="0">
                <a:solidFill>
                  <a:srgbClr val="FFFFFF"/>
                </a:solidFill>
                <a:latin typeface="+mj-lt"/>
              </a:rPr>
              <a:t>двукратный</a:t>
            </a:r>
            <a:r>
              <a:rPr sz="1800" b="0">
                <a:solidFill>
                  <a:srgbClr val="FFFFFF"/>
                </a:solidFill>
                <a:latin typeface="+mn-lt"/>
              </a:rPr>
              <a:t> рост цифровых продаж к 2027 году</a:t>
            </a:r>
          </a:p>
        </p:txBody>
      </p:sp>
      <p:sp>
        <p:nvSpPr>
          <p:cNvPr id="2" name="Freeform 1"/>
          <p:cNvSpPr/>
          <p:nvPr/>
        </p:nvSpPr>
        <p:spPr>
          <a:xfrm>
            <a:off x="4169664" y="1234440"/>
            <a:ext cx="7507224" cy="502920"/>
          </a:xfrm>
          <a:custGeom>
            <a:avLst/>
            <a:gdLst/>
            <a:ahLst/>
            <a:cxnLst/>
            <a:rect l="l" t="t" r="r" b="b"/>
            <a:pathLst>
              <a:path w="7507224" h="502920">
                <a:moveTo>
                  <a:pt x="0" y="0"/>
                </a:moveTo>
                <a:lnTo>
                  <a:pt x="7507224" y="0"/>
                </a:lnTo>
                <a:lnTo>
                  <a:pt x="7323155" y="502920"/>
                </a:lnTo>
                <a:lnTo>
                  <a:pt x="0" y="502920"/>
                </a:lnTo>
                <a:close/>
              </a:path>
            </a:pathLst>
          </a:custGeom>
          <a:gradFill rotWithShape="1">
            <a:gsLst>
              <a:gs pos="50000">
                <a:srgbClr val="002882"/>
              </a:gs>
              <a:gs pos="100000">
                <a:srgbClr val="001E6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0832" y="1271016"/>
            <a:ext cx="7030547" cy="4297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+mn-lt"/>
              </a:rPr>
              <a:t>Ключевые факторы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15384" y="1874520"/>
            <a:ext cx="777240" cy="7955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400" b="0">
                <a:solidFill>
                  <a:srgbClr val="002882"/>
                </a:solidFill>
                <a:latin typeface="+mn-lt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4064" y="1929384"/>
            <a:ext cx="6501384" cy="7040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0">
                <a:solidFill>
                  <a:srgbClr val="1C1C1C"/>
                </a:solidFill>
                <a:latin typeface="+mn-lt"/>
              </a:rPr>
              <a:t>Персонализация предложений на основе данных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69664" y="2724912"/>
            <a:ext cx="7507224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215384" y="2743200"/>
            <a:ext cx="777240" cy="7955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400" b="0">
                <a:solidFill>
                  <a:srgbClr val="002882"/>
                </a:solidFill>
                <a:latin typeface="+mn-lt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84064" y="2798064"/>
            <a:ext cx="6501384" cy="7040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0">
                <a:solidFill>
                  <a:srgbClr val="1C1C1C"/>
                </a:solidFill>
                <a:latin typeface="+mn-lt"/>
              </a:rPr>
              <a:t>Сокращение времени оформления продуктов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169664" y="3593592"/>
            <a:ext cx="7507224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215384" y="3611880"/>
            <a:ext cx="777240" cy="7955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400" b="0">
                <a:solidFill>
                  <a:srgbClr val="002882"/>
                </a:solidFill>
                <a:latin typeface="+mn-lt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4064" y="3666744"/>
            <a:ext cx="6501384" cy="7040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0">
                <a:solidFill>
                  <a:srgbClr val="1C1C1C"/>
                </a:solidFill>
                <a:latin typeface="+mn-lt"/>
              </a:rPr>
              <a:t>Развитие партнёрских каналов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169664" y="4462272"/>
            <a:ext cx="7507224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215384" y="4480560"/>
            <a:ext cx="777240" cy="7955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400" b="0">
                <a:solidFill>
                  <a:srgbClr val="002882"/>
                </a:solidFill>
                <a:latin typeface="+mn-lt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84064" y="4535424"/>
            <a:ext cx="6501384" cy="7040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0">
                <a:solidFill>
                  <a:srgbClr val="1C1C1C"/>
                </a:solidFill>
                <a:latin typeface="+mn-lt"/>
              </a:rPr>
              <a:t>Новые сценарии в мобильном приложении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169664" y="5330952"/>
            <a:ext cx="7507224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215384" y="5349240"/>
            <a:ext cx="777240" cy="7955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400" b="0">
                <a:solidFill>
                  <a:srgbClr val="002882"/>
                </a:solidFill>
                <a:latin typeface="+mn-lt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84064" y="5404104"/>
            <a:ext cx="6501384" cy="7040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0">
                <a:solidFill>
                  <a:srgbClr val="1C1C1C"/>
                </a:solidFill>
                <a:latin typeface="+mn-lt"/>
              </a:rPr>
              <a:t>Обучение сотрудников цифровым продажам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РИСКИ И МЕРЫ</a:t>
            </a:r>
          </a:p>
        </p:txBody>
      </p:sp>
      <p:sp>
        <p:nvSpPr>
          <p:cNvPr id="11" name="Номер слайда 3">
            <a:extLst>
              <a:ext uri="{FF2B5EF4-FFF2-40B4-BE49-F238E27FC236}">
                <a16:creationId xmlns:a16="http://schemas.microsoft.com/office/drawing/2014/main" id="{A8D8CCBB-60F1-421E-BD7C-5B2872A3F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0352" y="6437938"/>
            <a:ext cx="5096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fld id="{7E1A2DEA-0812-41F9-88C5-48F7F643210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2" name="Rectangle 11"/>
          <p:cNvSpPr/>
          <p:nvPr/>
        </p:nvSpPr>
        <p:spPr>
          <a:xfrm>
            <a:off x="512064" y="1234440"/>
            <a:ext cx="5445252" cy="49834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512064" y="1234440"/>
            <a:ext cx="5445252" cy="530352"/>
          </a:xfrm>
          <a:custGeom>
            <a:avLst/>
            <a:gdLst/>
            <a:ahLst/>
            <a:cxnLst/>
            <a:rect l="l" t="t" r="r" b="b"/>
            <a:pathLst>
              <a:path w="5445252" h="530352">
                <a:moveTo>
                  <a:pt x="0" y="0"/>
                </a:moveTo>
                <a:lnTo>
                  <a:pt x="5445252" y="0"/>
                </a:lnTo>
                <a:lnTo>
                  <a:pt x="5251143" y="530352"/>
                </a:lnTo>
                <a:lnTo>
                  <a:pt x="0" y="530352"/>
                </a:lnTo>
                <a:close/>
              </a:path>
            </a:pathLst>
          </a:custGeom>
          <a:gradFill rotWithShape="1">
            <a:gsLst>
              <a:gs pos="50000">
                <a:srgbClr val="002882"/>
              </a:gs>
              <a:gs pos="100000">
                <a:srgbClr val="001E6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271016"/>
            <a:ext cx="4958535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+mn-lt"/>
              </a:rPr>
              <a:t>Риски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1874520"/>
            <a:ext cx="685800" cy="13776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b="0">
                <a:solidFill>
                  <a:srgbClr val="002882"/>
                </a:solidFill>
                <a:latin typeface="+mn-lt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26464" y="1874520"/>
            <a:ext cx="4347972" cy="13776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0">
                <a:solidFill>
                  <a:srgbClr val="1C1C1C"/>
                </a:solidFill>
                <a:latin typeface="+mn-lt"/>
              </a:rPr>
              <a:t>Рост конкуренции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12064" y="3307080"/>
            <a:ext cx="5445252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94944" y="3307080"/>
            <a:ext cx="685800" cy="13776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b="0">
                <a:solidFill>
                  <a:srgbClr val="002882"/>
                </a:solidFill>
                <a:latin typeface="+mn-lt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26464" y="3307080"/>
            <a:ext cx="4347972" cy="13776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0">
                <a:solidFill>
                  <a:srgbClr val="1C1C1C"/>
                </a:solidFill>
                <a:latin typeface="+mn-lt"/>
              </a:rPr>
              <a:t>Регуляторные изменения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12064" y="4739640"/>
            <a:ext cx="5445252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94944" y="4739640"/>
            <a:ext cx="685800" cy="13776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b="0">
                <a:solidFill>
                  <a:srgbClr val="002882"/>
                </a:solidFill>
                <a:latin typeface="+mn-l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26464" y="4739640"/>
            <a:ext cx="4347972" cy="13776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0">
                <a:solidFill>
                  <a:srgbClr val="1C1C1C"/>
                </a:solidFill>
                <a:latin typeface="+mn-lt"/>
              </a:rPr>
              <a:t>Технологические сбои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1234440"/>
            <a:ext cx="5445252" cy="49834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231636" y="1234440"/>
            <a:ext cx="5445252" cy="530352"/>
          </a:xfrm>
          <a:custGeom>
            <a:avLst/>
            <a:gdLst/>
            <a:ahLst/>
            <a:cxnLst/>
            <a:rect l="l" t="t" r="r" b="b"/>
            <a:pathLst>
              <a:path w="5445252" h="530352">
                <a:moveTo>
                  <a:pt x="0" y="0"/>
                </a:moveTo>
                <a:lnTo>
                  <a:pt x="5445252" y="0"/>
                </a:lnTo>
                <a:lnTo>
                  <a:pt x="5251143" y="530352"/>
                </a:lnTo>
                <a:lnTo>
                  <a:pt x="0" y="530352"/>
                </a:lnTo>
                <a:close/>
              </a:path>
            </a:pathLst>
          </a:custGeom>
          <a:gradFill rotWithShape="1">
            <a:gsLst>
              <a:gs pos="0">
                <a:srgbClr val="00AAFF"/>
              </a:gs>
              <a:gs pos="100000">
                <a:srgbClr val="0091DA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32804" y="1271016"/>
            <a:ext cx="4958535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+mn-lt"/>
              </a:rPr>
              <a:t>Меры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4516" y="1874520"/>
            <a:ext cx="685800" cy="13776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b="0">
                <a:solidFill>
                  <a:srgbClr val="00AAFF"/>
                </a:solidFill>
                <a:latin typeface="+mn-lt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46036" y="1874520"/>
            <a:ext cx="4347972" cy="13776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0">
                <a:solidFill>
                  <a:srgbClr val="1C1C1C"/>
                </a:solidFill>
                <a:latin typeface="+mn-lt"/>
              </a:rPr>
              <a:t>Уникальные продуктовые сценарии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231636" y="3307080"/>
            <a:ext cx="5445252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14516" y="3307080"/>
            <a:ext cx="685800" cy="13776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b="0">
                <a:solidFill>
                  <a:srgbClr val="00AAFF"/>
                </a:solidFill>
                <a:latin typeface="+mn-lt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46036" y="3307080"/>
            <a:ext cx="4347972" cy="13776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0">
                <a:solidFill>
                  <a:srgbClr val="1C1C1C"/>
                </a:solidFill>
                <a:latin typeface="+mn-lt"/>
              </a:rPr>
              <a:t>Мониторинг и опережающая подготовка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231636" y="4739640"/>
            <a:ext cx="5445252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414516" y="4739640"/>
            <a:ext cx="685800" cy="13776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b="0">
                <a:solidFill>
                  <a:srgbClr val="00AAFF"/>
                </a:solidFill>
                <a:latin typeface="+mn-lt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46036" y="4739640"/>
            <a:ext cx="4347972" cy="13776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0">
                <a:solidFill>
                  <a:srgbClr val="1C1C1C"/>
                </a:solidFill>
                <a:latin typeface="+mn-lt"/>
              </a:rPr>
              <a:t>Резервирование критичных систем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ПОРЯДОК ЗАПУСКА ПРОДУКТА</a:t>
            </a:r>
          </a:p>
        </p:txBody>
      </p:sp>
      <p:sp>
        <p:nvSpPr>
          <p:cNvPr id="11" name="Номер слайда 3">
            <a:extLst>
              <a:ext uri="{FF2B5EF4-FFF2-40B4-BE49-F238E27FC236}">
                <a16:creationId xmlns:a16="http://schemas.microsoft.com/office/drawing/2014/main" id="{A8D8CCBB-60F1-421E-BD7C-5B2872A3F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0352" y="6437938"/>
            <a:ext cx="5096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fld id="{7E1A2DEA-0812-41F9-88C5-48F7F643210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Freeform 1"/>
          <p:cNvSpPr/>
          <p:nvPr/>
        </p:nvSpPr>
        <p:spPr>
          <a:xfrm>
            <a:off x="512064" y="1234440"/>
            <a:ext cx="2736342" cy="548640"/>
          </a:xfrm>
          <a:custGeom>
            <a:avLst/>
            <a:gdLst/>
            <a:ahLst/>
            <a:cxnLst/>
            <a:rect l="l" t="t" r="r" b="b"/>
            <a:pathLst>
              <a:path w="2736342" h="548640">
                <a:moveTo>
                  <a:pt x="0" y="0"/>
                </a:moveTo>
                <a:lnTo>
                  <a:pt x="2480310" y="0"/>
                </a:lnTo>
                <a:lnTo>
                  <a:pt x="2736342" y="274320"/>
                </a:lnTo>
                <a:lnTo>
                  <a:pt x="2480310" y="548640"/>
                </a:lnTo>
                <a:lnTo>
                  <a:pt x="0" y="548640"/>
                </a:lnTo>
                <a:close/>
              </a:path>
            </a:pathLst>
          </a:custGeom>
          <a:gradFill rotWithShape="1">
            <a:gsLst>
              <a:gs pos="0">
                <a:srgbClr val="00AAFF"/>
              </a:gs>
              <a:gs pos="100000">
                <a:srgbClr val="0079C8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1234440"/>
            <a:ext cx="2187702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+mj-lt"/>
              </a:rPr>
              <a:t>ШАГ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1947672"/>
            <a:ext cx="2644902" cy="427024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2130552"/>
            <a:ext cx="2324862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>
                <a:solidFill>
                  <a:srgbClr val="00AAFF"/>
                </a:solidFill>
                <a:latin typeface="+mn-lt"/>
              </a:rPr>
              <a:t>Исследование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953512"/>
            <a:ext cx="2324862" cy="31272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buClr>
                <a:srgbClr val="002882"/>
              </a:buClr>
              <a:buFont typeface="Arial"/>
              <a:buChar char="•"/>
            </a:pPr>
            <a:r>
              <a:rPr sz="1400" b="0">
                <a:solidFill>
                  <a:srgbClr val="1C1C1C"/>
                </a:solidFill>
                <a:latin typeface="+mn-lt"/>
              </a:rPr>
              <a:t>Анализ потребностей</a:t>
            </a:r>
          </a:p>
          <a:p>
            <a:pPr algn="l" marL="155448" indent="-155448">
              <a:spcBef>
                <a:spcPts val="500"/>
              </a:spcBef>
              <a:buClr>
                <a:srgbClr val="002882"/>
              </a:buClr>
              <a:buFont typeface="Arial"/>
              <a:buChar char="•"/>
            </a:pPr>
            <a:r>
              <a:rPr sz="1400" b="0">
                <a:solidFill>
                  <a:srgbClr val="1C1C1C"/>
                </a:solidFill>
                <a:latin typeface="+mn-lt"/>
              </a:rPr>
              <a:t>Оценка рынка</a:t>
            </a:r>
          </a:p>
          <a:p>
            <a:pPr algn="l" marL="155448" indent="-155448">
              <a:spcBef>
                <a:spcPts val="500"/>
              </a:spcBef>
              <a:buClr>
                <a:srgbClr val="002882"/>
              </a:buClr>
              <a:buFont typeface="Arial"/>
              <a:buChar char="•"/>
            </a:pPr>
            <a:r>
              <a:rPr sz="1400" b="0">
                <a:solidFill>
                  <a:srgbClr val="1C1C1C"/>
                </a:solidFill>
                <a:latin typeface="+mn-lt"/>
              </a:rPr>
              <a:t>Гипотезы</a:t>
            </a:r>
          </a:p>
        </p:txBody>
      </p:sp>
      <p:sp>
        <p:nvSpPr>
          <p:cNvPr id="4" name="Freeform 3"/>
          <p:cNvSpPr/>
          <p:nvPr/>
        </p:nvSpPr>
        <p:spPr>
          <a:xfrm>
            <a:off x="3321558" y="1234440"/>
            <a:ext cx="2736342" cy="548640"/>
          </a:xfrm>
          <a:custGeom>
            <a:avLst/>
            <a:gdLst/>
            <a:ahLst/>
            <a:cxnLst/>
            <a:rect l="l" t="t" r="r" b="b"/>
            <a:pathLst>
              <a:path w="2736342" h="548640">
                <a:moveTo>
                  <a:pt x="0" y="0"/>
                </a:moveTo>
                <a:lnTo>
                  <a:pt x="2480310" y="0"/>
                </a:lnTo>
                <a:lnTo>
                  <a:pt x="2736342" y="274320"/>
                </a:lnTo>
                <a:lnTo>
                  <a:pt x="2480310" y="548640"/>
                </a:lnTo>
                <a:lnTo>
                  <a:pt x="0" y="548640"/>
                </a:lnTo>
                <a:lnTo>
                  <a:pt x="256032" y="274320"/>
                </a:lnTo>
                <a:close/>
              </a:path>
            </a:pathLst>
          </a:custGeom>
          <a:gradFill rotWithShape="1">
            <a:gsLst>
              <a:gs pos="0">
                <a:srgbClr val="007FD5"/>
              </a:gs>
              <a:gs pos="100000">
                <a:srgbClr val="005DAD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41598" y="1234440"/>
            <a:ext cx="2187702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+mj-lt"/>
              </a:rPr>
              <a:t>ШАГ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21558" y="1947672"/>
            <a:ext cx="2644902" cy="427024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04438" y="2130552"/>
            <a:ext cx="2324862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>
                <a:solidFill>
                  <a:srgbClr val="00AAFF"/>
                </a:solidFill>
                <a:latin typeface="+mn-lt"/>
              </a:rPr>
              <a:t>Разработка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4438" y="2953512"/>
            <a:ext cx="2324862" cy="31272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buClr>
                <a:srgbClr val="002882"/>
              </a:buClr>
              <a:buFont typeface="Arial"/>
              <a:buChar char="•"/>
            </a:pPr>
            <a:r>
              <a:rPr sz="1400" b="0">
                <a:solidFill>
                  <a:srgbClr val="1C1C1C"/>
                </a:solidFill>
                <a:latin typeface="+mn-lt"/>
              </a:rPr>
              <a:t>Прототип</a:t>
            </a:r>
          </a:p>
          <a:p>
            <a:pPr algn="l" marL="155448" indent="-155448">
              <a:spcBef>
                <a:spcPts val="500"/>
              </a:spcBef>
              <a:buClr>
                <a:srgbClr val="002882"/>
              </a:buClr>
              <a:buFont typeface="Arial"/>
              <a:buChar char="•"/>
            </a:pPr>
            <a:r>
              <a:rPr sz="1400" b="0">
                <a:solidFill>
                  <a:srgbClr val="1C1C1C"/>
                </a:solidFill>
                <a:latin typeface="+mn-lt"/>
              </a:rPr>
              <a:t>Тестирование с клиентами</a:t>
            </a:r>
          </a:p>
          <a:p>
            <a:pPr algn="l" marL="155448" indent="-155448">
              <a:spcBef>
                <a:spcPts val="500"/>
              </a:spcBef>
              <a:buClr>
                <a:srgbClr val="002882"/>
              </a:buClr>
              <a:buFont typeface="Arial"/>
              <a:buChar char="•"/>
            </a:pPr>
            <a:r>
              <a:rPr sz="1400" b="0">
                <a:solidFill>
                  <a:srgbClr val="1C1C1C"/>
                </a:solidFill>
                <a:latin typeface="+mn-lt"/>
              </a:rPr>
              <a:t>Доработка</a:t>
            </a:r>
          </a:p>
        </p:txBody>
      </p:sp>
      <p:sp>
        <p:nvSpPr>
          <p:cNvPr id="5" name="Freeform 4"/>
          <p:cNvSpPr/>
          <p:nvPr/>
        </p:nvSpPr>
        <p:spPr>
          <a:xfrm>
            <a:off x="6131052" y="1234440"/>
            <a:ext cx="2736342" cy="548640"/>
          </a:xfrm>
          <a:custGeom>
            <a:avLst/>
            <a:gdLst/>
            <a:ahLst/>
            <a:cxnLst/>
            <a:rect l="l" t="t" r="r" b="b"/>
            <a:pathLst>
              <a:path w="2736342" h="548640">
                <a:moveTo>
                  <a:pt x="0" y="0"/>
                </a:moveTo>
                <a:lnTo>
                  <a:pt x="2480310" y="0"/>
                </a:lnTo>
                <a:lnTo>
                  <a:pt x="2736342" y="274320"/>
                </a:lnTo>
                <a:lnTo>
                  <a:pt x="2480310" y="548640"/>
                </a:lnTo>
                <a:lnTo>
                  <a:pt x="0" y="548640"/>
                </a:lnTo>
                <a:lnTo>
                  <a:pt x="256032" y="274320"/>
                </a:lnTo>
                <a:close/>
              </a:path>
            </a:pathLst>
          </a:custGeom>
          <a:gradFill rotWithShape="1">
            <a:gsLst>
              <a:gs pos="0">
                <a:srgbClr val="0053AC"/>
              </a:gs>
              <a:gs pos="100000">
                <a:srgbClr val="00409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51092" y="1234440"/>
            <a:ext cx="2187702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+mj-lt"/>
              </a:rPr>
              <a:t>ШАГ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31052" y="1947672"/>
            <a:ext cx="2644902" cy="427024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13932" y="2130552"/>
            <a:ext cx="2324862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>
                <a:solidFill>
                  <a:srgbClr val="00AAFF"/>
                </a:solidFill>
                <a:latin typeface="+mn-lt"/>
              </a:rPr>
              <a:t>Пилот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3932" y="2953512"/>
            <a:ext cx="2324862" cy="31272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buClr>
                <a:srgbClr val="002882"/>
              </a:buClr>
              <a:buFont typeface="Arial"/>
              <a:buChar char="•"/>
            </a:pPr>
            <a:r>
              <a:rPr sz="1400" b="0">
                <a:solidFill>
                  <a:srgbClr val="1C1C1C"/>
                </a:solidFill>
                <a:latin typeface="+mn-lt"/>
              </a:rPr>
              <a:t>Запуск в 2 регионах</a:t>
            </a:r>
          </a:p>
          <a:p>
            <a:pPr algn="l" marL="155448" indent="-155448">
              <a:spcBef>
                <a:spcPts val="500"/>
              </a:spcBef>
              <a:buClr>
                <a:srgbClr val="002882"/>
              </a:buClr>
              <a:buFont typeface="Arial"/>
              <a:buChar char="•"/>
            </a:pPr>
            <a:r>
              <a:rPr sz="1400" b="0">
                <a:solidFill>
                  <a:srgbClr val="1C1C1C"/>
                </a:solidFill>
                <a:latin typeface="+mn-lt"/>
              </a:rPr>
              <a:t>Сбор метрик</a:t>
            </a:r>
          </a:p>
          <a:p>
            <a:pPr algn="l" marL="155448" indent="-155448">
              <a:spcBef>
                <a:spcPts val="500"/>
              </a:spcBef>
              <a:buClr>
                <a:srgbClr val="002882"/>
              </a:buClr>
              <a:buFont typeface="Arial"/>
              <a:buChar char="•"/>
            </a:pPr>
            <a:r>
              <a:rPr sz="1400" b="0">
                <a:solidFill>
                  <a:srgbClr val="1C1C1C"/>
                </a:solidFill>
                <a:latin typeface="+mn-lt"/>
              </a:rPr>
              <a:t>Решение о масштабировании</a:t>
            </a:r>
          </a:p>
        </p:txBody>
      </p:sp>
      <p:sp>
        <p:nvSpPr>
          <p:cNvPr id="6" name="Freeform 5"/>
          <p:cNvSpPr/>
          <p:nvPr/>
        </p:nvSpPr>
        <p:spPr>
          <a:xfrm>
            <a:off x="8940546" y="1234440"/>
            <a:ext cx="2736342" cy="548640"/>
          </a:xfrm>
          <a:custGeom>
            <a:avLst/>
            <a:gdLst/>
            <a:ahLst/>
            <a:cxnLst/>
            <a:rect l="l" t="t" r="r" b="b"/>
            <a:pathLst>
              <a:path w="2736342" h="548640">
                <a:moveTo>
                  <a:pt x="0" y="0"/>
                </a:moveTo>
                <a:lnTo>
                  <a:pt x="2480310" y="0"/>
                </a:lnTo>
                <a:lnTo>
                  <a:pt x="2736342" y="274320"/>
                </a:lnTo>
                <a:lnTo>
                  <a:pt x="2480310" y="548640"/>
                </a:lnTo>
                <a:lnTo>
                  <a:pt x="0" y="548640"/>
                </a:lnTo>
                <a:lnTo>
                  <a:pt x="256032" y="274320"/>
                </a:lnTo>
                <a:close/>
              </a:path>
            </a:pathLst>
          </a:custGeom>
          <a:gradFill rotWithShape="1">
            <a:gsLst>
              <a:gs pos="0">
                <a:srgbClr val="002882"/>
              </a:gs>
              <a:gs pos="100000">
                <a:srgbClr val="002477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60586" y="1234440"/>
            <a:ext cx="2187702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+mj-lt"/>
              </a:rPr>
              <a:t>ШАГ 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546" y="1947672"/>
            <a:ext cx="2644902" cy="427024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3426" y="2130552"/>
            <a:ext cx="2324862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>
                <a:solidFill>
                  <a:srgbClr val="00AAFF"/>
                </a:solidFill>
                <a:latin typeface="+mn-lt"/>
              </a:rPr>
              <a:t>Масштабирование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3426" y="2953512"/>
            <a:ext cx="2324862" cy="31272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buClr>
                <a:srgbClr val="002882"/>
              </a:buClr>
              <a:buFont typeface="Arial"/>
              <a:buChar char="•"/>
            </a:pPr>
            <a:r>
              <a:rPr sz="1400" b="0">
                <a:solidFill>
                  <a:srgbClr val="1C1C1C"/>
                </a:solidFill>
                <a:latin typeface="+mn-lt"/>
              </a:rPr>
              <a:t>Запуск по всей сети</a:t>
            </a:r>
          </a:p>
          <a:p>
            <a:pPr algn="l" marL="155448" indent="-155448">
              <a:spcBef>
                <a:spcPts val="500"/>
              </a:spcBef>
              <a:buClr>
                <a:srgbClr val="002882"/>
              </a:buClr>
              <a:buFont typeface="Arial"/>
              <a:buChar char="•"/>
            </a:pPr>
            <a:r>
              <a:rPr sz="1400" b="0">
                <a:solidFill>
                  <a:srgbClr val="1C1C1C"/>
                </a:solidFill>
                <a:latin typeface="+mn-lt"/>
              </a:rPr>
              <a:t>Маркетинг</a:t>
            </a:r>
          </a:p>
          <a:p>
            <a:pPr algn="l" marL="155448" indent="-155448">
              <a:spcBef>
                <a:spcPts val="500"/>
              </a:spcBef>
              <a:buClr>
                <a:srgbClr val="002882"/>
              </a:buClr>
              <a:buFont typeface="Arial"/>
              <a:buChar char="•"/>
            </a:pPr>
            <a:r>
              <a:rPr sz="1400" b="0">
                <a:solidFill>
                  <a:srgbClr val="1C1C1C"/>
                </a:solidFill>
                <a:latin typeface="+mn-lt"/>
              </a:rPr>
              <a:t>Мониторинг качества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ОТ ПРОБЛЕМЫ К РЕШЕНИЮ</a:t>
            </a:r>
          </a:p>
        </p:txBody>
      </p:sp>
      <p:sp>
        <p:nvSpPr>
          <p:cNvPr id="11" name="Номер слайда 3">
            <a:extLst>
              <a:ext uri="{FF2B5EF4-FFF2-40B4-BE49-F238E27FC236}">
                <a16:creationId xmlns:a16="http://schemas.microsoft.com/office/drawing/2014/main" id="{A8D8CCBB-60F1-421E-BD7C-5B2872A3F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0352" y="6437938"/>
            <a:ext cx="5096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fld id="{7E1A2DEA-0812-41F9-88C5-48F7F643210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2" name="Rectangle 11"/>
          <p:cNvSpPr/>
          <p:nvPr/>
        </p:nvSpPr>
        <p:spPr>
          <a:xfrm>
            <a:off x="512064" y="1234440"/>
            <a:ext cx="11164824" cy="155143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2064" y="1234440"/>
            <a:ext cx="914400" cy="1551432"/>
          </a:xfrm>
          <a:prstGeom prst="rect">
            <a:avLst/>
          </a:prstGeom>
          <a:gradFill rotWithShape="1">
            <a:gsLst>
              <a:gs pos="0">
                <a:srgbClr val="002882"/>
              </a:gs>
              <a:gs pos="100000">
                <a:srgbClr val="001E6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pic>
        <p:nvPicPr>
          <p:cNvPr id="14" name="Picture 13" descr="calculator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808988"/>
            <a:ext cx="402336" cy="40233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700784" y="1307592"/>
            <a:ext cx="3108960" cy="14051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0">
                <a:solidFill>
                  <a:srgbClr val="002882"/>
                </a:solidFill>
                <a:latin typeface="+mn-lt"/>
              </a:rPr>
              <a:t>Долгое оформление</a:t>
            </a:r>
          </a:p>
        </p:txBody>
      </p:sp>
      <p:sp>
        <p:nvSpPr>
          <p:cNvPr id="2" name="Freeform 1"/>
          <p:cNvSpPr/>
          <p:nvPr/>
        </p:nvSpPr>
        <p:spPr>
          <a:xfrm>
            <a:off x="4992624" y="1344168"/>
            <a:ext cx="292608" cy="1331976"/>
          </a:xfrm>
          <a:custGeom>
            <a:avLst/>
            <a:gdLst/>
            <a:ahLst/>
            <a:cxnLst/>
            <a:rect l="l" t="t" r="r" b="b"/>
            <a:pathLst>
              <a:path w="292608" h="1331976">
                <a:moveTo>
                  <a:pt x="0" y="0"/>
                </a:moveTo>
                <a:lnTo>
                  <a:pt x="109728" y="0"/>
                </a:lnTo>
                <a:lnTo>
                  <a:pt x="292608" y="665988"/>
                </a:lnTo>
                <a:lnTo>
                  <a:pt x="109728" y="1331976"/>
                </a:lnTo>
                <a:lnTo>
                  <a:pt x="0" y="1331976"/>
                </a:lnTo>
                <a:lnTo>
                  <a:pt x="182880" y="665988"/>
                </a:lnTo>
                <a:close/>
              </a:path>
            </a:pathLst>
          </a:custGeom>
          <a:gradFill rotWithShape="1">
            <a:gsLst>
              <a:gs pos="0">
                <a:srgbClr val="00AAFF"/>
              </a:gs>
              <a:gs pos="100000">
                <a:srgbClr val="002882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41264" y="1307592"/>
            <a:ext cx="5952744" cy="14051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>
                <a:solidFill>
                  <a:srgbClr val="1C1C1C"/>
                </a:solidFill>
                <a:latin typeface="+mn-lt"/>
              </a:rPr>
              <a:t>Автоматическое решение по 80% заявок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" y="2950464"/>
            <a:ext cx="11164824" cy="155143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2064" y="2950464"/>
            <a:ext cx="914400" cy="1551432"/>
          </a:xfrm>
          <a:prstGeom prst="rect">
            <a:avLst/>
          </a:prstGeom>
          <a:gradFill rotWithShape="1">
            <a:gsLst>
              <a:gs pos="0">
                <a:srgbClr val="00AAFF"/>
              </a:gs>
              <a:gs pos="100000">
                <a:srgbClr val="0091DA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pic>
        <p:nvPicPr>
          <p:cNvPr id="19" name="Picture 18" descr="document-stamp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3525012"/>
            <a:ext cx="402336" cy="40233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700784" y="3023616"/>
            <a:ext cx="3108960" cy="14051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0">
                <a:solidFill>
                  <a:srgbClr val="00AAFF"/>
                </a:solidFill>
                <a:latin typeface="+mn-lt"/>
              </a:rPr>
              <a:t>Много документов</a:t>
            </a:r>
          </a:p>
        </p:txBody>
      </p:sp>
      <p:sp>
        <p:nvSpPr>
          <p:cNvPr id="4" name="Freeform 3"/>
          <p:cNvSpPr/>
          <p:nvPr/>
        </p:nvSpPr>
        <p:spPr>
          <a:xfrm>
            <a:off x="4992624" y="3060192"/>
            <a:ext cx="292608" cy="1331976"/>
          </a:xfrm>
          <a:custGeom>
            <a:avLst/>
            <a:gdLst/>
            <a:ahLst/>
            <a:cxnLst/>
            <a:rect l="l" t="t" r="r" b="b"/>
            <a:pathLst>
              <a:path w="292608" h="1331976">
                <a:moveTo>
                  <a:pt x="0" y="0"/>
                </a:moveTo>
                <a:lnTo>
                  <a:pt x="109728" y="0"/>
                </a:lnTo>
                <a:lnTo>
                  <a:pt x="292608" y="665988"/>
                </a:lnTo>
                <a:lnTo>
                  <a:pt x="109728" y="1331976"/>
                </a:lnTo>
                <a:lnTo>
                  <a:pt x="0" y="1331976"/>
                </a:lnTo>
                <a:lnTo>
                  <a:pt x="182880" y="665988"/>
                </a:lnTo>
                <a:close/>
              </a:path>
            </a:pathLst>
          </a:custGeom>
          <a:gradFill rotWithShape="1">
            <a:gsLst>
              <a:gs pos="0">
                <a:srgbClr val="00AAFF"/>
              </a:gs>
              <a:gs pos="100000">
                <a:srgbClr val="002882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41264" y="3023616"/>
            <a:ext cx="5952744" cy="14051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>
                <a:solidFill>
                  <a:srgbClr val="1C1C1C"/>
                </a:solidFill>
                <a:latin typeface="+mn-lt"/>
              </a:rPr>
              <a:t>Данные из госсервисов без бумажных копий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064" y="4666488"/>
            <a:ext cx="11164824" cy="1551432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2064" y="4666488"/>
            <a:ext cx="914400" cy="1551432"/>
          </a:xfrm>
          <a:prstGeom prst="rect">
            <a:avLst/>
          </a:prstGeom>
          <a:gradFill rotWithShape="1">
            <a:gsLst>
              <a:gs pos="0">
                <a:srgbClr val="002882"/>
              </a:gs>
              <a:gs pos="100000">
                <a:srgbClr val="001E6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pic>
        <p:nvPicPr>
          <p:cNvPr id="24" name="Picture 23" descr="mail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5241036"/>
            <a:ext cx="402336" cy="40233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700784" y="4739640"/>
            <a:ext cx="3108960" cy="14051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0">
                <a:solidFill>
                  <a:srgbClr val="002882"/>
                </a:solidFill>
                <a:latin typeface="+mn-lt"/>
              </a:rPr>
              <a:t>Нет обратной связи</a:t>
            </a:r>
          </a:p>
        </p:txBody>
      </p:sp>
      <p:sp>
        <p:nvSpPr>
          <p:cNvPr id="5" name="Freeform 4"/>
          <p:cNvSpPr/>
          <p:nvPr/>
        </p:nvSpPr>
        <p:spPr>
          <a:xfrm>
            <a:off x="4992624" y="4776216"/>
            <a:ext cx="292608" cy="1331976"/>
          </a:xfrm>
          <a:custGeom>
            <a:avLst/>
            <a:gdLst/>
            <a:ahLst/>
            <a:cxnLst/>
            <a:rect l="l" t="t" r="r" b="b"/>
            <a:pathLst>
              <a:path w="292608" h="1331976">
                <a:moveTo>
                  <a:pt x="0" y="0"/>
                </a:moveTo>
                <a:lnTo>
                  <a:pt x="109728" y="0"/>
                </a:lnTo>
                <a:lnTo>
                  <a:pt x="292608" y="665988"/>
                </a:lnTo>
                <a:lnTo>
                  <a:pt x="109728" y="1331976"/>
                </a:lnTo>
                <a:lnTo>
                  <a:pt x="0" y="1331976"/>
                </a:lnTo>
                <a:lnTo>
                  <a:pt x="182880" y="665988"/>
                </a:lnTo>
                <a:close/>
              </a:path>
            </a:pathLst>
          </a:custGeom>
          <a:gradFill rotWithShape="1">
            <a:gsLst>
              <a:gs pos="0">
                <a:srgbClr val="00AAFF"/>
              </a:gs>
              <a:gs pos="100000">
                <a:srgbClr val="002882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41264" y="4739640"/>
            <a:ext cx="5952744" cy="14051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>
                <a:solidFill>
                  <a:srgbClr val="1C1C1C"/>
                </a:solidFill>
                <a:latin typeface="+mn-lt"/>
              </a:rPr>
              <a:t>Статус заявки в приложении в реальном времени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Номер слайда 3">
            <a:extLst>
              <a:ext uri="{FF2B5EF4-FFF2-40B4-BE49-F238E27FC236}">
                <a16:creationId xmlns:a16="http://schemas.microsoft.com/office/drawing/2014/main" id="{A8D8CCBB-60F1-421E-BD7C-5B2872A3F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0352" y="6437938"/>
            <a:ext cx="5096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fld id="{7E1A2DEA-0812-41F9-88C5-48F7F643210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Freeform 1"/>
          <p:cNvSpPr/>
          <p:nvPr/>
        </p:nvSpPr>
        <p:spPr>
          <a:xfrm>
            <a:off x="0" y="2331720"/>
            <a:ext cx="2926080" cy="1143000"/>
          </a:xfrm>
          <a:custGeom>
            <a:avLst/>
            <a:gdLst/>
            <a:ahLst/>
            <a:cxnLst/>
            <a:rect l="l" t="t" r="r" b="b"/>
            <a:pathLst>
              <a:path w="2926080" h="1143000">
                <a:moveTo>
                  <a:pt x="0" y="0"/>
                </a:moveTo>
                <a:lnTo>
                  <a:pt x="2926080" y="0"/>
                </a:lnTo>
                <a:lnTo>
                  <a:pt x="2507742" y="1143000"/>
                </a:lnTo>
                <a:lnTo>
                  <a:pt x="0" y="1143000"/>
                </a:lnTo>
                <a:close/>
              </a:path>
            </a:pathLst>
          </a:custGeom>
          <a:gradFill rotWithShape="1">
            <a:gsLst>
              <a:gs pos="0">
                <a:srgbClr val="00AAFF"/>
              </a:gs>
              <a:gs pos="100000">
                <a:srgbClr val="0091DA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" y="2331720"/>
            <a:ext cx="2103120" cy="1143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000" b="0">
                <a:solidFill>
                  <a:srgbClr val="FFFFFF"/>
                </a:solidFill>
                <a:latin typeface="+mj-lt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3749040"/>
            <a:ext cx="868680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+mj-lt"/>
              </a:rPr>
              <a:t>Стратегические инициативы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КЛЮЧЕВЫЕ ВЕХИ</a:t>
            </a:r>
          </a:p>
        </p:txBody>
      </p:sp>
      <p:sp>
        <p:nvSpPr>
          <p:cNvPr id="11" name="Номер слайда 3">
            <a:extLst>
              <a:ext uri="{FF2B5EF4-FFF2-40B4-BE49-F238E27FC236}">
                <a16:creationId xmlns:a16="http://schemas.microsoft.com/office/drawing/2014/main" id="{A8D8CCBB-60F1-421E-BD7C-5B2872A3F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0352" y="6437938"/>
            <a:ext cx="5096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fld id="{7E1A2DEA-0812-41F9-88C5-48F7F643210D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12" name="Connector 11"/>
          <p:cNvCxnSpPr/>
          <p:nvPr/>
        </p:nvCxnSpPr>
        <p:spPr>
          <a:xfrm>
            <a:off x="512064" y="3703320"/>
            <a:ext cx="11164824" cy="0"/>
          </a:xfrm>
          <a:prstGeom prst="line">
            <a:avLst/>
          </a:prstGeom>
          <a:ln w="1587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527962" y="3602736"/>
            <a:ext cx="201168" cy="201168"/>
          </a:xfrm>
          <a:prstGeom prst="ellipse">
            <a:avLst/>
          </a:prstGeom>
          <a:solidFill>
            <a:srgbClr val="002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5666" y="3520440"/>
            <a:ext cx="365760" cy="365760"/>
          </a:xfrm>
          <a:prstGeom prst="ellipse">
            <a:avLst/>
          </a:prstGeom>
          <a:noFill/>
          <a:ln w="9525">
            <a:solidFill>
              <a:srgbClr val="0028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628546" y="1371600"/>
            <a:ext cx="0" cy="210312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729130" y="13258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0">
                <a:solidFill>
                  <a:srgbClr val="002882"/>
                </a:solidFill>
                <a:latin typeface="+mj-lt"/>
              </a:rPr>
              <a:t>2023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29130" y="173736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>
                <a:solidFill>
                  <a:srgbClr val="002882"/>
                </a:solidFill>
                <a:latin typeface="+mn-lt"/>
              </a:rPr>
              <a:t>Новое приложение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29130" y="2286000"/>
            <a:ext cx="2377440" cy="114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>
                <a:solidFill>
                  <a:srgbClr val="58595B"/>
                </a:solidFill>
                <a:latin typeface="+mn-lt"/>
              </a:rPr>
              <a:t>Запуск единой платформы</a:t>
            </a:r>
          </a:p>
        </p:txBody>
      </p:sp>
      <p:sp>
        <p:nvSpPr>
          <p:cNvPr id="19" name="Oval 18"/>
          <p:cNvSpPr/>
          <p:nvPr/>
        </p:nvSpPr>
        <p:spPr>
          <a:xfrm>
            <a:off x="3760927" y="3602736"/>
            <a:ext cx="201168" cy="201168"/>
          </a:xfrm>
          <a:prstGeom prst="ellipse">
            <a:avLst/>
          </a:prstGeom>
          <a:solidFill>
            <a:srgbClr val="002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678631" y="3520440"/>
            <a:ext cx="365760" cy="365760"/>
          </a:xfrm>
          <a:prstGeom prst="ellipse">
            <a:avLst/>
          </a:prstGeom>
          <a:noFill/>
          <a:ln w="9525">
            <a:solidFill>
              <a:srgbClr val="0028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3861511" y="3931920"/>
            <a:ext cx="0" cy="224028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962095" y="40233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0">
                <a:solidFill>
                  <a:srgbClr val="002882"/>
                </a:solidFill>
                <a:latin typeface="+mj-lt"/>
              </a:rPr>
              <a:t>2024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62095" y="44348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>
                <a:solidFill>
                  <a:srgbClr val="002882"/>
                </a:solidFill>
                <a:latin typeface="+mn-lt"/>
              </a:rPr>
              <a:t>Онлайн-ипотека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62095" y="4983480"/>
            <a:ext cx="237744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>
                <a:solidFill>
                  <a:srgbClr val="58595B"/>
                </a:solidFill>
                <a:latin typeface="+mn-lt"/>
              </a:rPr>
              <a:t>Полный цикл без визита в офис</a:t>
            </a:r>
          </a:p>
        </p:txBody>
      </p:sp>
      <p:sp>
        <p:nvSpPr>
          <p:cNvPr id="25" name="Oval 24"/>
          <p:cNvSpPr/>
          <p:nvPr/>
        </p:nvSpPr>
        <p:spPr>
          <a:xfrm>
            <a:off x="5993892" y="3602736"/>
            <a:ext cx="201168" cy="201168"/>
          </a:xfrm>
          <a:prstGeom prst="ellipse">
            <a:avLst/>
          </a:prstGeom>
          <a:solidFill>
            <a:srgbClr val="002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911596" y="3520440"/>
            <a:ext cx="365760" cy="365760"/>
          </a:xfrm>
          <a:prstGeom prst="ellipse">
            <a:avLst/>
          </a:prstGeom>
          <a:noFill/>
          <a:ln w="9525">
            <a:solidFill>
              <a:srgbClr val="0028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6094476" y="1371600"/>
            <a:ext cx="0" cy="210312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95060" y="13258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0">
                <a:solidFill>
                  <a:srgbClr val="002882"/>
                </a:solidFill>
                <a:latin typeface="+mj-lt"/>
              </a:rPr>
              <a:t>2025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5060" y="173736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>
                <a:solidFill>
                  <a:srgbClr val="002882"/>
                </a:solidFill>
                <a:latin typeface="+mn-lt"/>
              </a:rPr>
              <a:t>Партнёрства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5060" y="2286000"/>
            <a:ext cx="2377440" cy="114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>
                <a:solidFill>
                  <a:srgbClr val="58595B"/>
                </a:solidFill>
                <a:latin typeface="+mn-lt"/>
              </a:rPr>
              <a:t>Интеграция с маркетплейсами</a:t>
            </a:r>
          </a:p>
        </p:txBody>
      </p:sp>
      <p:sp>
        <p:nvSpPr>
          <p:cNvPr id="31" name="Oval 30"/>
          <p:cNvSpPr/>
          <p:nvPr/>
        </p:nvSpPr>
        <p:spPr>
          <a:xfrm>
            <a:off x="8226857" y="3602736"/>
            <a:ext cx="201168" cy="201168"/>
          </a:xfrm>
          <a:prstGeom prst="ellipse">
            <a:avLst/>
          </a:prstGeom>
          <a:solidFill>
            <a:srgbClr val="00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144561" y="3520440"/>
            <a:ext cx="365760" cy="365760"/>
          </a:xfrm>
          <a:prstGeom prst="ellipse">
            <a:avLst/>
          </a:prstGeom>
          <a:noFill/>
          <a:ln w="9525">
            <a:solidFill>
              <a:srgbClr val="00A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8327441" y="3931920"/>
            <a:ext cx="0" cy="2240280"/>
          </a:xfrm>
          <a:prstGeom prst="line">
            <a:avLst/>
          </a:prstGeom>
          <a:ln w="12700">
            <a:solidFill>
              <a:srgbClr val="00A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428025" y="40233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0">
                <a:solidFill>
                  <a:srgbClr val="00AAFF"/>
                </a:solidFill>
                <a:latin typeface="+mj-lt"/>
              </a:rPr>
              <a:t>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28025" y="44348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>
                <a:solidFill>
                  <a:srgbClr val="002882"/>
                </a:solidFill>
                <a:latin typeface="+mn-lt"/>
              </a:rPr>
              <a:t>ИИ-ассистент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28025" y="4983480"/>
            <a:ext cx="237744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>
                <a:solidFill>
                  <a:srgbClr val="58595B"/>
                </a:solidFill>
                <a:latin typeface="+mn-lt"/>
              </a:rPr>
              <a:t>Консультации 24/7</a:t>
            </a:r>
          </a:p>
        </p:txBody>
      </p:sp>
      <p:sp>
        <p:nvSpPr>
          <p:cNvPr id="37" name="Oval 36"/>
          <p:cNvSpPr/>
          <p:nvPr/>
        </p:nvSpPr>
        <p:spPr>
          <a:xfrm>
            <a:off x="10459822" y="3602736"/>
            <a:ext cx="201168" cy="201168"/>
          </a:xfrm>
          <a:prstGeom prst="ellipse">
            <a:avLst/>
          </a:prstGeom>
          <a:solidFill>
            <a:srgbClr val="002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377526" y="3520440"/>
            <a:ext cx="365760" cy="365760"/>
          </a:xfrm>
          <a:prstGeom prst="ellipse">
            <a:avLst/>
          </a:prstGeom>
          <a:noFill/>
          <a:ln w="9525">
            <a:solidFill>
              <a:srgbClr val="0028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10560406" y="1371600"/>
            <a:ext cx="0" cy="210312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0660990" y="1325880"/>
            <a:ext cx="138165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0">
                <a:solidFill>
                  <a:srgbClr val="002882"/>
                </a:solidFill>
                <a:latin typeface="+mj-lt"/>
              </a:rPr>
              <a:t>2027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60990" y="1737360"/>
            <a:ext cx="138165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>
                <a:solidFill>
                  <a:srgbClr val="002882"/>
                </a:solidFill>
                <a:latin typeface="+mn-lt"/>
              </a:rPr>
              <a:t>Экосистема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60990" y="2286000"/>
            <a:ext cx="1381658" cy="114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>
                <a:solidFill>
                  <a:srgbClr val="58595B"/>
                </a:solidFill>
                <a:latin typeface="+mn-lt"/>
              </a:rPr>
              <a:t>Сервисы за пределами банкинга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ДОРОЖНАЯ КАРТА 2027</a:t>
            </a:r>
          </a:p>
        </p:txBody>
      </p:sp>
      <p:sp>
        <p:nvSpPr>
          <p:cNvPr id="11" name="Номер слайда 3">
            <a:extLst>
              <a:ext uri="{FF2B5EF4-FFF2-40B4-BE49-F238E27FC236}">
                <a16:creationId xmlns:a16="http://schemas.microsoft.com/office/drawing/2014/main" id="{A8D8CCBB-60F1-421E-BD7C-5B2872A3F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0352" y="6437938"/>
            <a:ext cx="5096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fld id="{7E1A2DEA-0812-41F9-88C5-48F7F643210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2" name="Rectangle 11"/>
          <p:cNvSpPr/>
          <p:nvPr/>
        </p:nvSpPr>
        <p:spPr>
          <a:xfrm>
            <a:off x="3529584" y="1234440"/>
            <a:ext cx="8147304" cy="384048"/>
          </a:xfrm>
          <a:prstGeom prst="rect">
            <a:avLst/>
          </a:prstGeom>
          <a:gradFill rotWithShape="1">
            <a:gsLst>
              <a:gs pos="0">
                <a:srgbClr val="002882"/>
              </a:gs>
              <a:gs pos="100000">
                <a:srgbClr val="001E6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123444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>
                <a:solidFill>
                  <a:srgbClr val="878787"/>
                </a:solidFill>
                <a:latin typeface="+mn-lt"/>
              </a:rPr>
              <a:t>Инициатива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9584" y="1234440"/>
            <a:ext cx="1018413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+mn-lt"/>
              </a:rPr>
              <a:t>Q1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7997" y="1234440"/>
            <a:ext cx="1018413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+mn-lt"/>
              </a:rPr>
              <a:t>Q2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47997" y="1618488"/>
            <a:ext cx="0" cy="4114800"/>
          </a:xfrm>
          <a:prstGeom prst="line">
            <a:avLst/>
          </a:prstGeom>
          <a:ln w="9525">
            <a:solidFill>
              <a:srgbClr val="E6EA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566410" y="1234440"/>
            <a:ext cx="1018413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+mn-lt"/>
              </a:rPr>
              <a:t>Q3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566410" y="1618488"/>
            <a:ext cx="0" cy="4114800"/>
          </a:xfrm>
          <a:prstGeom prst="line">
            <a:avLst/>
          </a:prstGeom>
          <a:ln w="9525">
            <a:solidFill>
              <a:srgbClr val="E6EA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84823" y="1234440"/>
            <a:ext cx="1018413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+mn-lt"/>
              </a:rPr>
              <a:t>Q4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4823" y="1618488"/>
            <a:ext cx="0" cy="4114800"/>
          </a:xfrm>
          <a:prstGeom prst="line">
            <a:avLst/>
          </a:prstGeom>
          <a:ln w="9525">
            <a:solidFill>
              <a:srgbClr val="E6EA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603236" y="1234440"/>
            <a:ext cx="1018413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+mn-lt"/>
              </a:rPr>
              <a:t>Q1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603236" y="1618488"/>
            <a:ext cx="0" cy="4114800"/>
          </a:xfrm>
          <a:prstGeom prst="line">
            <a:avLst/>
          </a:prstGeom>
          <a:ln w="9525">
            <a:solidFill>
              <a:srgbClr val="E6EA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621649" y="1234440"/>
            <a:ext cx="1018413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+mn-lt"/>
              </a:rPr>
              <a:t>Q2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21649" y="1618488"/>
            <a:ext cx="0" cy="4114800"/>
          </a:xfrm>
          <a:prstGeom prst="line">
            <a:avLst/>
          </a:prstGeom>
          <a:ln w="9525">
            <a:solidFill>
              <a:srgbClr val="E6EA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640062" y="1234440"/>
            <a:ext cx="1018413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+mn-lt"/>
              </a:rPr>
              <a:t>Q3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640062" y="1618488"/>
            <a:ext cx="0" cy="4114800"/>
          </a:xfrm>
          <a:prstGeom prst="line">
            <a:avLst/>
          </a:prstGeom>
          <a:ln w="9525">
            <a:solidFill>
              <a:srgbClr val="E6EA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658475" y="1234440"/>
            <a:ext cx="1018413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+mn-lt"/>
              </a:rPr>
              <a:t>Q4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658475" y="1618488"/>
            <a:ext cx="0" cy="4114800"/>
          </a:xfrm>
          <a:prstGeom prst="line">
            <a:avLst/>
          </a:prstGeom>
          <a:ln w="9525">
            <a:solidFill>
              <a:srgbClr val="E6EA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03504" y="1618488"/>
            <a:ext cx="41148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00AAFF"/>
                </a:solidFill>
                <a:latin typeface="+mn-lt"/>
              </a:rPr>
              <a:t>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" y="1618488"/>
            <a:ext cx="242316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>
                <a:solidFill>
                  <a:srgbClr val="1C1C1C"/>
                </a:solidFill>
                <a:latin typeface="+mn-lt"/>
              </a:rPr>
              <a:t>Единый профиль клиента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75304" y="1789938"/>
            <a:ext cx="2963799" cy="342900"/>
          </a:xfrm>
          <a:prstGeom prst="rect">
            <a:avLst/>
          </a:prstGeom>
          <a:gradFill rotWithShape="1">
            <a:gsLst>
              <a:gs pos="0">
                <a:srgbClr val="00AAFF"/>
              </a:gs>
              <a:gs pos="100000">
                <a:srgbClr val="0091DA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512064" y="2304288"/>
            <a:ext cx="11164824" cy="0"/>
          </a:xfrm>
          <a:prstGeom prst="line">
            <a:avLst/>
          </a:prstGeom>
          <a:ln w="9525">
            <a:solidFill>
              <a:srgbClr val="E6EA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512064" y="2304288"/>
            <a:ext cx="11164824" cy="685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" y="2304288"/>
            <a:ext cx="41148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00AAFF"/>
                </a:solidFill>
                <a:latin typeface="+mn-lt"/>
              </a:rP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4984" y="2304288"/>
            <a:ext cx="242316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>
                <a:solidFill>
                  <a:srgbClr val="1C1C1C"/>
                </a:solidFill>
                <a:latin typeface="+mn-lt"/>
              </a:rPr>
              <a:t>Платформа данных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93717" y="2475738"/>
            <a:ext cx="3982212" cy="342900"/>
          </a:xfrm>
          <a:prstGeom prst="rect">
            <a:avLst/>
          </a:prstGeom>
          <a:gradFill rotWithShape="1">
            <a:gsLst>
              <a:gs pos="0">
                <a:srgbClr val="002882"/>
              </a:gs>
              <a:gs pos="100000">
                <a:srgbClr val="001E6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66869" y="2475738"/>
            <a:ext cx="3890772" cy="342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+mn-lt"/>
              </a:rPr>
              <a:t>Критический путь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12064" y="2990088"/>
            <a:ext cx="11164824" cy="0"/>
          </a:xfrm>
          <a:prstGeom prst="line">
            <a:avLst/>
          </a:prstGeom>
          <a:ln w="9525">
            <a:solidFill>
              <a:srgbClr val="E6EA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03504" y="2990088"/>
            <a:ext cx="41148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00AAFF"/>
                </a:solidFill>
                <a:latin typeface="+mn-lt"/>
              </a:rPr>
              <a:t>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4984" y="2990088"/>
            <a:ext cx="242316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>
                <a:solidFill>
                  <a:srgbClr val="1C1C1C"/>
                </a:solidFill>
                <a:latin typeface="+mn-lt"/>
              </a:rPr>
              <a:t>ИИ-ассистент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30543" y="3161538"/>
            <a:ext cx="3982212" cy="342900"/>
          </a:xfrm>
          <a:prstGeom prst="rect">
            <a:avLst/>
          </a:prstGeom>
          <a:gradFill rotWithShape="1">
            <a:gsLst>
              <a:gs pos="0">
                <a:srgbClr val="00AAFF"/>
              </a:gs>
              <a:gs pos="100000">
                <a:srgbClr val="0091DA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512064" y="3675888"/>
            <a:ext cx="11164824" cy="0"/>
          </a:xfrm>
          <a:prstGeom prst="line">
            <a:avLst/>
          </a:prstGeom>
          <a:ln w="9525">
            <a:solidFill>
              <a:srgbClr val="E6EA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512064" y="3675888"/>
            <a:ext cx="11164824" cy="685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" y="3675888"/>
            <a:ext cx="41148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00AAFF"/>
                </a:solidFill>
                <a:latin typeface="+mn-lt"/>
              </a:rPr>
              <a:t>04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4984" y="3675888"/>
            <a:ext cx="242316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>
                <a:solidFill>
                  <a:srgbClr val="1C1C1C"/>
                </a:solidFill>
                <a:latin typeface="+mn-lt"/>
              </a:rPr>
              <a:t>Новый формат офисов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12130" y="3847338"/>
            <a:ext cx="6019038" cy="342900"/>
          </a:xfrm>
          <a:prstGeom prst="rect">
            <a:avLst/>
          </a:prstGeom>
          <a:gradFill rotWithShape="1">
            <a:gsLst>
              <a:gs pos="0">
                <a:srgbClr val="00AAFF"/>
              </a:gs>
              <a:gs pos="100000">
                <a:srgbClr val="0091DA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512064" y="4361688"/>
            <a:ext cx="11164824" cy="0"/>
          </a:xfrm>
          <a:prstGeom prst="line">
            <a:avLst/>
          </a:prstGeom>
          <a:ln w="9525">
            <a:solidFill>
              <a:srgbClr val="E6EA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03504" y="4361688"/>
            <a:ext cx="41148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00AAFF"/>
                </a:solidFill>
                <a:latin typeface="+mn-lt"/>
              </a:rPr>
              <a:t>05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4984" y="4361688"/>
            <a:ext cx="242316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>
                <a:solidFill>
                  <a:srgbClr val="1C1C1C"/>
                </a:solidFill>
                <a:latin typeface="+mn-lt"/>
              </a:rPr>
              <a:t>Партнёрские API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648956" y="4533138"/>
            <a:ext cx="1945386" cy="342900"/>
          </a:xfrm>
          <a:prstGeom prst="rect">
            <a:avLst/>
          </a:prstGeom>
          <a:gradFill rotWithShape="1">
            <a:gsLst>
              <a:gs pos="0">
                <a:srgbClr val="00AAFF"/>
              </a:gs>
              <a:gs pos="100000">
                <a:srgbClr val="0091DA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512064" y="5047488"/>
            <a:ext cx="11164824" cy="0"/>
          </a:xfrm>
          <a:prstGeom prst="line">
            <a:avLst/>
          </a:prstGeom>
          <a:ln w="9525">
            <a:solidFill>
              <a:srgbClr val="E6EA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512064" y="5047488"/>
            <a:ext cx="11164824" cy="685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3504" y="5047488"/>
            <a:ext cx="41148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0">
                <a:solidFill>
                  <a:srgbClr val="00AAFF"/>
                </a:solidFill>
                <a:latin typeface="+mn-lt"/>
              </a:rPr>
              <a:t>06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4984" y="5047488"/>
            <a:ext cx="242316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>
                <a:solidFill>
                  <a:srgbClr val="1C1C1C"/>
                </a:solidFill>
                <a:latin typeface="+mn-lt"/>
              </a:rPr>
              <a:t>Программа лояльности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667369" y="5218938"/>
            <a:ext cx="2963799" cy="342900"/>
          </a:xfrm>
          <a:prstGeom prst="rect">
            <a:avLst/>
          </a:prstGeom>
          <a:gradFill rotWithShape="1">
            <a:gsLst>
              <a:gs pos="0">
                <a:srgbClr val="00AAFF"/>
              </a:gs>
              <a:gs pos="100000">
                <a:srgbClr val="0091DA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512064" y="5733288"/>
            <a:ext cx="11164824" cy="0"/>
          </a:xfrm>
          <a:prstGeom prst="line">
            <a:avLst/>
          </a:prstGeom>
          <a:ln w="9525">
            <a:solidFill>
              <a:srgbClr val="E6EA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ПРИОРИТИЗАЦИЯ ИНИЦИАТИВ</a:t>
            </a:r>
          </a:p>
        </p:txBody>
      </p:sp>
      <p:sp>
        <p:nvSpPr>
          <p:cNvPr id="11" name="Номер слайда 3">
            <a:extLst>
              <a:ext uri="{FF2B5EF4-FFF2-40B4-BE49-F238E27FC236}">
                <a16:creationId xmlns:a16="http://schemas.microsoft.com/office/drawing/2014/main" id="{A8D8CCBB-60F1-421E-BD7C-5B2872A3F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0352" y="6437938"/>
            <a:ext cx="5096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fld id="{7E1A2DEA-0812-41F9-88C5-48F7F643210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2" name="Rectangle 11"/>
          <p:cNvSpPr/>
          <p:nvPr/>
        </p:nvSpPr>
        <p:spPr>
          <a:xfrm>
            <a:off x="1014984" y="1234440"/>
            <a:ext cx="5239512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1014984" y="1417320"/>
            <a:ext cx="3840480" cy="457200"/>
          </a:xfrm>
          <a:custGeom>
            <a:avLst/>
            <a:gdLst/>
            <a:ahLst/>
            <a:cxnLst/>
            <a:rect l="l" t="t" r="r" b="b"/>
            <a:pathLst>
              <a:path w="3840480" h="457200">
                <a:moveTo>
                  <a:pt x="0" y="0"/>
                </a:moveTo>
                <a:lnTo>
                  <a:pt x="3840480" y="0"/>
                </a:lnTo>
                <a:lnTo>
                  <a:pt x="3673145" y="457200"/>
                </a:lnTo>
                <a:lnTo>
                  <a:pt x="0" y="457200"/>
                </a:lnTo>
                <a:close/>
              </a:path>
            </a:pathLst>
          </a:custGeom>
          <a:gradFill rotWithShape="1">
            <a:gsLst>
              <a:gs pos="50000">
                <a:srgbClr val="002882"/>
              </a:gs>
              <a:gs pos="100000">
                <a:srgbClr val="001E6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6152" y="1453896"/>
            <a:ext cx="3380537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+mn-lt"/>
              </a:rPr>
              <a:t>Стратегические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3584" y="2057400"/>
            <a:ext cx="4782312" cy="1234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buClr>
                <a:srgbClr val="002882"/>
              </a:buClr>
              <a:buFont typeface="Arial"/>
              <a:buChar char="•"/>
            </a:pPr>
            <a:r>
              <a:rPr sz="1400" b="0">
                <a:solidFill>
                  <a:srgbClr val="1C1C1C"/>
                </a:solidFill>
                <a:latin typeface="+mn-lt"/>
              </a:rPr>
              <a:t>Платформа данных</a:t>
            </a:r>
          </a:p>
          <a:p>
            <a:pPr algn="l" marL="155448" indent="-155448">
              <a:spcBef>
                <a:spcPts val="400"/>
              </a:spcBef>
              <a:buClr>
                <a:srgbClr val="002882"/>
              </a:buClr>
              <a:buFont typeface="Arial"/>
              <a:buChar char="•"/>
            </a:pPr>
            <a:r>
              <a:rPr sz="1400" b="0">
                <a:solidFill>
                  <a:srgbClr val="1C1C1C"/>
                </a:solidFill>
                <a:latin typeface="+mn-lt"/>
              </a:rPr>
              <a:t>Экосистема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37376" y="1234440"/>
            <a:ext cx="5239512" cy="2194560"/>
          </a:xfrm>
          <a:prstGeom prst="rect">
            <a:avLst/>
          </a:prstGeom>
          <a:gradFill rotWithShape="1">
            <a:gsLst>
              <a:gs pos="0">
                <a:srgbClr val="00AAFF"/>
              </a:gs>
              <a:gs pos="100000">
                <a:srgbClr val="0091DA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437376" y="1417320"/>
            <a:ext cx="3840480" cy="457200"/>
          </a:xfrm>
          <a:custGeom>
            <a:avLst/>
            <a:gdLst/>
            <a:ahLst/>
            <a:cxnLst/>
            <a:rect l="l" t="t" r="r" b="b"/>
            <a:pathLst>
              <a:path w="3840480" h="457200">
                <a:moveTo>
                  <a:pt x="0" y="0"/>
                </a:moveTo>
                <a:lnTo>
                  <a:pt x="3840480" y="0"/>
                </a:lnTo>
                <a:lnTo>
                  <a:pt x="3673145" y="457200"/>
                </a:lnTo>
                <a:lnTo>
                  <a:pt x="0" y="457200"/>
                </a:lnTo>
                <a:close/>
              </a:path>
            </a:pathLst>
          </a:custGeom>
          <a:gradFill rotWithShape="1">
            <a:gsLst>
              <a:gs pos="50000">
                <a:srgbClr val="002882"/>
              </a:gs>
              <a:gs pos="100000">
                <a:srgbClr val="001E6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38544" y="1453896"/>
            <a:ext cx="3380537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+mn-lt"/>
              </a:rPr>
              <a:t>Быстрые победы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5976" y="2057400"/>
            <a:ext cx="4782312" cy="1234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buClr>
                <a:srgbClr val="FFFFFF"/>
              </a:buClr>
              <a:buFont typeface="Arial"/>
              <a:buChar char="•"/>
            </a:pPr>
            <a:r>
              <a:rPr sz="1400" b="0">
                <a:solidFill>
                  <a:srgbClr val="FFFFFF"/>
                </a:solidFill>
                <a:latin typeface="+mn-lt"/>
              </a:rPr>
              <a:t>Онлайн-заявки</a:t>
            </a:r>
          </a:p>
          <a:p>
            <a:pPr algn="l" marL="155448" indent="-155448">
              <a:spcBef>
                <a:spcPts val="400"/>
              </a:spcBef>
              <a:buClr>
                <a:srgbClr val="FFFFFF"/>
              </a:buClr>
              <a:buFont typeface="Arial"/>
              <a:buChar char="•"/>
            </a:pPr>
            <a:r>
              <a:rPr sz="1400" b="0">
                <a:solidFill>
                  <a:srgbClr val="FFFFFF"/>
                </a:solidFill>
                <a:latin typeface="+mn-lt"/>
              </a:rPr>
              <a:t>Push-предложения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14984" y="3611880"/>
            <a:ext cx="5239512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014984" y="3794760"/>
            <a:ext cx="3840480" cy="457200"/>
          </a:xfrm>
          <a:custGeom>
            <a:avLst/>
            <a:gdLst/>
            <a:ahLst/>
            <a:cxnLst/>
            <a:rect l="l" t="t" r="r" b="b"/>
            <a:pathLst>
              <a:path w="3840480" h="457200">
                <a:moveTo>
                  <a:pt x="0" y="0"/>
                </a:moveTo>
                <a:lnTo>
                  <a:pt x="3840480" y="0"/>
                </a:lnTo>
                <a:lnTo>
                  <a:pt x="3673145" y="457200"/>
                </a:lnTo>
                <a:lnTo>
                  <a:pt x="0" y="457200"/>
                </a:lnTo>
                <a:close/>
              </a:path>
            </a:pathLst>
          </a:custGeom>
          <a:gradFill rotWithShape="1">
            <a:gsLst>
              <a:gs pos="50000">
                <a:srgbClr val="002882"/>
              </a:gs>
              <a:gs pos="100000">
                <a:srgbClr val="001E6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16152" y="3831336"/>
            <a:ext cx="3380537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+mn-lt"/>
              </a:rPr>
              <a:t>Отложить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3584" y="4434840"/>
            <a:ext cx="4782312" cy="1234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buClr>
                <a:srgbClr val="002882"/>
              </a:buClr>
              <a:buFont typeface="Arial"/>
              <a:buChar char="•"/>
            </a:pPr>
            <a:r>
              <a:rPr sz="1400" b="0">
                <a:solidFill>
                  <a:srgbClr val="1C1C1C"/>
                </a:solidFill>
                <a:latin typeface="+mn-lt"/>
              </a:rPr>
              <a:t>Редизайн сайта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37376" y="3611880"/>
            <a:ext cx="5239512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37376" y="3794760"/>
            <a:ext cx="3840480" cy="457200"/>
          </a:xfrm>
          <a:custGeom>
            <a:avLst/>
            <a:gdLst/>
            <a:ahLst/>
            <a:cxnLst/>
            <a:rect l="l" t="t" r="r" b="b"/>
            <a:pathLst>
              <a:path w="3840480" h="457200">
                <a:moveTo>
                  <a:pt x="0" y="0"/>
                </a:moveTo>
                <a:lnTo>
                  <a:pt x="3840480" y="0"/>
                </a:lnTo>
                <a:lnTo>
                  <a:pt x="3673145" y="457200"/>
                </a:lnTo>
                <a:lnTo>
                  <a:pt x="0" y="457200"/>
                </a:lnTo>
                <a:close/>
              </a:path>
            </a:pathLst>
          </a:custGeom>
          <a:gradFill rotWithShape="1">
            <a:gsLst>
              <a:gs pos="50000">
                <a:srgbClr val="002882"/>
              </a:gs>
              <a:gs pos="100000">
                <a:srgbClr val="001E6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8544" y="3831336"/>
            <a:ext cx="3380537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+mn-lt"/>
              </a:rPr>
              <a:t>Делегировать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5976" y="4434840"/>
            <a:ext cx="4782312" cy="1234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buClr>
                <a:srgbClr val="002882"/>
              </a:buClr>
              <a:buFont typeface="Arial"/>
              <a:buChar char="•"/>
            </a:pPr>
            <a:r>
              <a:rPr sz="1400" b="0">
                <a:solidFill>
                  <a:srgbClr val="1C1C1C"/>
                </a:solidFill>
                <a:latin typeface="+mn-lt"/>
              </a:rPr>
              <a:t>Обновление FAQ</a:t>
            </a:r>
          </a:p>
          <a:p>
            <a:pPr algn="l" marL="155448" indent="-155448">
              <a:spcBef>
                <a:spcPts val="400"/>
              </a:spcBef>
              <a:buClr>
                <a:srgbClr val="002882"/>
              </a:buClr>
              <a:buFont typeface="Arial"/>
              <a:buChar char="•"/>
            </a:pPr>
            <a:r>
              <a:rPr sz="1400" b="0">
                <a:solidFill>
                  <a:srgbClr val="1C1C1C"/>
                </a:solidFill>
                <a:latin typeface="+mn-lt"/>
              </a:rPr>
              <a:t>Шаблоны писем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694944" y="1234440"/>
            <a:ext cx="0" cy="4572000"/>
          </a:xfrm>
          <a:prstGeom prst="line">
            <a:avLst/>
          </a:prstGeom>
          <a:ln w="19050">
            <a:solidFill>
              <a:srgbClr val="0028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 rot="16200000">
            <a:off x="-1271016" y="333756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b="0">
                <a:solidFill>
                  <a:srgbClr val="002882"/>
                </a:solidFill>
                <a:latin typeface="+mn-lt"/>
              </a:rPr>
              <a:t>Эффект для бизнеса →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14984" y="6035040"/>
            <a:ext cx="10661904" cy="0"/>
          </a:xfrm>
          <a:prstGeom prst="line">
            <a:avLst/>
          </a:prstGeom>
          <a:ln w="19050">
            <a:solidFill>
              <a:srgbClr val="0028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14984" y="6080760"/>
            <a:ext cx="1066190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b="0">
                <a:solidFill>
                  <a:srgbClr val="002882"/>
                </a:solidFill>
                <a:latin typeface="+mn-lt"/>
              </a:rPr>
              <a:t>Сложность реализации →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SWOT-АНАЛИЗ</a:t>
            </a:r>
          </a:p>
        </p:txBody>
      </p:sp>
      <p:sp>
        <p:nvSpPr>
          <p:cNvPr id="11" name="Номер слайда 3">
            <a:extLst>
              <a:ext uri="{FF2B5EF4-FFF2-40B4-BE49-F238E27FC236}">
                <a16:creationId xmlns:a16="http://schemas.microsoft.com/office/drawing/2014/main" id="{A8D8CCBB-60F1-421E-BD7C-5B2872A3F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0352" y="6437938"/>
            <a:ext cx="5096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fld id="{7E1A2DEA-0812-41F9-88C5-48F7F643210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2" name="Rectangle 11"/>
          <p:cNvSpPr/>
          <p:nvPr/>
        </p:nvSpPr>
        <p:spPr>
          <a:xfrm>
            <a:off x="512064" y="1234440"/>
            <a:ext cx="5445252" cy="23545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512064" y="1234440"/>
            <a:ext cx="1051560" cy="2354580"/>
          </a:xfrm>
          <a:custGeom>
            <a:avLst/>
            <a:gdLst/>
            <a:ahLst/>
            <a:cxnLst/>
            <a:rect l="l" t="t" r="r" b="b"/>
            <a:pathLst>
              <a:path w="1051560" h="2354580">
                <a:moveTo>
                  <a:pt x="0" y="0"/>
                </a:moveTo>
                <a:lnTo>
                  <a:pt x="1051560" y="0"/>
                </a:lnTo>
                <a:lnTo>
                  <a:pt x="189784" y="2354580"/>
                </a:lnTo>
                <a:lnTo>
                  <a:pt x="0" y="2354580"/>
                </a:lnTo>
                <a:close/>
              </a:path>
            </a:pathLst>
          </a:custGeom>
          <a:gradFill rotWithShape="1">
            <a:gsLst>
              <a:gs pos="50000">
                <a:srgbClr val="002882"/>
              </a:gs>
              <a:gs pos="100000">
                <a:srgbClr val="001E6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1344168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+mj-lt"/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55064" y="1371600"/>
            <a:ext cx="411937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>
                <a:solidFill>
                  <a:srgbClr val="002882"/>
                </a:solidFill>
                <a:latin typeface="+mj-lt"/>
              </a:rPr>
              <a:t>Сильные стороны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5064" y="1801368"/>
            <a:ext cx="4119372" cy="16687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buClr>
                <a:srgbClr val="002882"/>
              </a:buClr>
              <a:buFont typeface="Arial"/>
              <a:buChar char="•"/>
            </a:pPr>
            <a:r>
              <a:rPr sz="1300" b="0">
                <a:solidFill>
                  <a:srgbClr val="1C1C1C"/>
                </a:solidFill>
                <a:latin typeface="+mn-lt"/>
              </a:rPr>
              <a:t>Крупная клиентская база</a:t>
            </a:r>
          </a:p>
          <a:p>
            <a:pPr algn="l" marL="155448" indent="-155448">
              <a:spcBef>
                <a:spcPts val="300"/>
              </a:spcBef>
              <a:buClr>
                <a:srgbClr val="002882"/>
              </a:buClr>
              <a:buFont typeface="Arial"/>
              <a:buChar char="•"/>
            </a:pPr>
            <a:r>
              <a:rPr sz="1300" b="0">
                <a:solidFill>
                  <a:srgbClr val="1C1C1C"/>
                </a:solidFill>
                <a:latin typeface="+mn-lt"/>
              </a:rPr>
              <a:t>Сильный бренд</a:t>
            </a:r>
          </a:p>
          <a:p>
            <a:pPr algn="l" marL="155448" indent="-155448">
              <a:spcBef>
                <a:spcPts val="300"/>
              </a:spcBef>
              <a:buClr>
                <a:srgbClr val="002882"/>
              </a:buClr>
              <a:buFont typeface="Arial"/>
              <a:buChar char="•"/>
            </a:pPr>
            <a:r>
              <a:rPr sz="1300" b="0">
                <a:solidFill>
                  <a:srgbClr val="1C1C1C"/>
                </a:solidFill>
                <a:latin typeface="+mn-lt"/>
              </a:rPr>
              <a:t>Широкая сеть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1636" y="1234440"/>
            <a:ext cx="5445252" cy="23545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231636" y="1234440"/>
            <a:ext cx="1051560" cy="2354580"/>
          </a:xfrm>
          <a:custGeom>
            <a:avLst/>
            <a:gdLst/>
            <a:ahLst/>
            <a:cxnLst/>
            <a:rect l="l" t="t" r="r" b="b"/>
            <a:pathLst>
              <a:path w="1051560" h="2354580">
                <a:moveTo>
                  <a:pt x="0" y="0"/>
                </a:moveTo>
                <a:lnTo>
                  <a:pt x="1051560" y="0"/>
                </a:lnTo>
                <a:lnTo>
                  <a:pt x="189784" y="2354580"/>
                </a:lnTo>
                <a:lnTo>
                  <a:pt x="0" y="2354580"/>
                </a:lnTo>
                <a:close/>
              </a:path>
            </a:pathLst>
          </a:custGeom>
          <a:gradFill rotWithShape="1">
            <a:gsLst>
              <a:gs pos="0">
                <a:srgbClr val="667EB4"/>
              </a:gs>
              <a:gs pos="100000">
                <a:srgbClr val="33539B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8796" y="1344168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+mj-lt"/>
              </a:rPr>
              <a:t>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74636" y="1371600"/>
            <a:ext cx="411937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>
                <a:solidFill>
                  <a:srgbClr val="002882"/>
                </a:solidFill>
                <a:latin typeface="+mj-lt"/>
              </a:rPr>
              <a:t>Слабые стороны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4636" y="1801368"/>
            <a:ext cx="4119372" cy="16687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buClr>
                <a:srgbClr val="002882"/>
              </a:buClr>
              <a:buFont typeface="Arial"/>
              <a:buChar char="•"/>
            </a:pPr>
            <a:r>
              <a:rPr sz="1300" b="0">
                <a:solidFill>
                  <a:srgbClr val="1C1C1C"/>
                </a:solidFill>
                <a:latin typeface="+mn-lt"/>
              </a:rPr>
              <a:t>Долгий вывод продуктов</a:t>
            </a:r>
          </a:p>
          <a:p>
            <a:pPr algn="l" marL="155448" indent="-155448">
              <a:spcBef>
                <a:spcPts val="300"/>
              </a:spcBef>
              <a:buClr>
                <a:srgbClr val="002882"/>
              </a:buClr>
              <a:buFont typeface="Arial"/>
              <a:buChar char="•"/>
            </a:pPr>
            <a:r>
              <a:rPr sz="1300" b="0">
                <a:solidFill>
                  <a:srgbClr val="1C1C1C"/>
                </a:solidFill>
                <a:latin typeface="+mn-lt"/>
              </a:rPr>
              <a:t>Устаревшие системы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2064" y="3863340"/>
            <a:ext cx="5445252" cy="23545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512064" y="3863340"/>
            <a:ext cx="1051560" cy="2354580"/>
          </a:xfrm>
          <a:custGeom>
            <a:avLst/>
            <a:gdLst/>
            <a:ahLst/>
            <a:cxnLst/>
            <a:rect l="l" t="t" r="r" b="b"/>
            <a:pathLst>
              <a:path w="1051560" h="2354580">
                <a:moveTo>
                  <a:pt x="0" y="0"/>
                </a:moveTo>
                <a:lnTo>
                  <a:pt x="1051560" y="0"/>
                </a:lnTo>
                <a:lnTo>
                  <a:pt x="189784" y="2354580"/>
                </a:lnTo>
                <a:lnTo>
                  <a:pt x="0" y="2354580"/>
                </a:lnTo>
                <a:close/>
              </a:path>
            </a:pathLst>
          </a:custGeom>
          <a:gradFill rotWithShape="1">
            <a:gsLst>
              <a:gs pos="0">
                <a:srgbClr val="00AAFF"/>
              </a:gs>
              <a:gs pos="100000">
                <a:srgbClr val="0091DA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" y="3973068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+mj-lt"/>
              </a:rPr>
              <a:t>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55064" y="4000500"/>
            <a:ext cx="411937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>
                <a:solidFill>
                  <a:srgbClr val="002882"/>
                </a:solidFill>
                <a:latin typeface="+mj-lt"/>
              </a:rPr>
              <a:t>Возможности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55064" y="4430268"/>
            <a:ext cx="4119372" cy="16687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buClr>
                <a:srgbClr val="002882"/>
              </a:buClr>
              <a:buFont typeface="Arial"/>
              <a:buChar char="•"/>
            </a:pPr>
            <a:r>
              <a:rPr sz="1300" b="0">
                <a:solidFill>
                  <a:srgbClr val="1C1C1C"/>
                </a:solidFill>
                <a:latin typeface="+mn-lt"/>
              </a:rPr>
              <a:t>Рост цифровых каналов</a:t>
            </a:r>
          </a:p>
          <a:p>
            <a:pPr algn="l" marL="155448" indent="-155448">
              <a:spcBef>
                <a:spcPts val="300"/>
              </a:spcBef>
              <a:buClr>
                <a:srgbClr val="002882"/>
              </a:buClr>
              <a:buFont typeface="Arial"/>
              <a:buChar char="•"/>
            </a:pPr>
            <a:r>
              <a:rPr sz="1300" b="0">
                <a:solidFill>
                  <a:srgbClr val="1C1C1C"/>
                </a:solidFill>
                <a:latin typeface="+mn-lt"/>
              </a:rPr>
              <a:t>Партнёрства</a:t>
            </a:r>
          </a:p>
          <a:p>
            <a:pPr algn="l" marL="155448" indent="-155448">
              <a:spcBef>
                <a:spcPts val="300"/>
              </a:spcBef>
              <a:buClr>
                <a:srgbClr val="002882"/>
              </a:buClr>
              <a:buFont typeface="Arial"/>
              <a:buChar char="•"/>
            </a:pPr>
            <a:r>
              <a:rPr sz="1300" b="0">
                <a:solidFill>
                  <a:srgbClr val="1C1C1C"/>
                </a:solidFill>
                <a:latin typeface="+mn-lt"/>
              </a:rPr>
              <a:t>Данные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1636" y="3863340"/>
            <a:ext cx="5445252" cy="23545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231636" y="3863340"/>
            <a:ext cx="1051560" cy="2354580"/>
          </a:xfrm>
          <a:custGeom>
            <a:avLst/>
            <a:gdLst/>
            <a:ahLst/>
            <a:cxnLst/>
            <a:rect l="l" t="t" r="r" b="b"/>
            <a:pathLst>
              <a:path w="1051560" h="2354580">
                <a:moveTo>
                  <a:pt x="0" y="0"/>
                </a:moveTo>
                <a:lnTo>
                  <a:pt x="1051560" y="0"/>
                </a:lnTo>
                <a:lnTo>
                  <a:pt x="189784" y="2354580"/>
                </a:lnTo>
                <a:lnTo>
                  <a:pt x="0" y="2354580"/>
                </a:lnTo>
                <a:close/>
              </a:path>
            </a:pathLst>
          </a:custGeom>
          <a:gradFill rotWithShape="1">
            <a:gsLst>
              <a:gs pos="0">
                <a:srgbClr val="8C8C8C"/>
              </a:gs>
              <a:gs pos="100000">
                <a:srgbClr val="6E6E6E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8796" y="3973068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+mj-lt"/>
              </a:rPr>
              <a:t>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74636" y="4000500"/>
            <a:ext cx="411937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>
                <a:solidFill>
                  <a:srgbClr val="002882"/>
                </a:solidFill>
                <a:latin typeface="+mj-lt"/>
              </a:rPr>
              <a:t>Угрозы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74636" y="4430268"/>
            <a:ext cx="4119372" cy="16687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buClr>
                <a:srgbClr val="002882"/>
              </a:buClr>
              <a:buFont typeface="Arial"/>
              <a:buChar char="•"/>
            </a:pPr>
            <a:r>
              <a:rPr sz="1300" b="0">
                <a:solidFill>
                  <a:srgbClr val="1C1C1C"/>
                </a:solidFill>
                <a:latin typeface="+mn-lt"/>
              </a:rPr>
              <a:t>Финтех-конкуренты</a:t>
            </a:r>
          </a:p>
          <a:p>
            <a:pPr algn="l" marL="155448" indent="-155448">
              <a:spcBef>
                <a:spcPts val="300"/>
              </a:spcBef>
              <a:buClr>
                <a:srgbClr val="002882"/>
              </a:buClr>
              <a:buFont typeface="Arial"/>
              <a:buChar char="•"/>
            </a:pPr>
            <a:r>
              <a:rPr sz="1300" b="0">
                <a:solidFill>
                  <a:srgbClr val="1C1C1C"/>
                </a:solidFill>
                <a:latin typeface="+mn-lt"/>
              </a:rPr>
              <a:t>Изменения регулирования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БЫЛО — СТАЛО</a:t>
            </a:r>
          </a:p>
        </p:txBody>
      </p:sp>
      <p:sp>
        <p:nvSpPr>
          <p:cNvPr id="11" name="Номер слайда 3">
            <a:extLst>
              <a:ext uri="{FF2B5EF4-FFF2-40B4-BE49-F238E27FC236}">
                <a16:creationId xmlns:a16="http://schemas.microsoft.com/office/drawing/2014/main" id="{A8D8CCBB-60F1-421E-BD7C-5B2872A3F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0352" y="6437938"/>
            <a:ext cx="5096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fld id="{7E1A2DEA-0812-41F9-88C5-48F7F643210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2" name="Rectangle 11"/>
          <p:cNvSpPr/>
          <p:nvPr/>
        </p:nvSpPr>
        <p:spPr>
          <a:xfrm>
            <a:off x="512064" y="1234440"/>
            <a:ext cx="5125212" cy="49834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512064" y="1234440"/>
            <a:ext cx="5125212" cy="640080"/>
          </a:xfrm>
          <a:custGeom>
            <a:avLst/>
            <a:gdLst/>
            <a:ahLst/>
            <a:cxnLst/>
            <a:rect l="l" t="t" r="r" b="b"/>
            <a:pathLst>
              <a:path w="5125212" h="640080">
                <a:moveTo>
                  <a:pt x="0" y="0"/>
                </a:moveTo>
                <a:lnTo>
                  <a:pt x="5125212" y="0"/>
                </a:lnTo>
                <a:lnTo>
                  <a:pt x="4890943" y="640080"/>
                </a:lnTo>
                <a:lnTo>
                  <a:pt x="0" y="640080"/>
                </a:lnTo>
                <a:close/>
              </a:path>
            </a:pathLst>
          </a:custGeom>
          <a:gradFill rotWithShape="1">
            <a:gsLst>
              <a:gs pos="0">
                <a:srgbClr val="8C8C8C"/>
              </a:gs>
              <a:gs pos="100000">
                <a:srgbClr val="6E6E6E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271016"/>
            <a:ext cx="4598335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+mn-lt"/>
              </a:rPr>
              <a:t>Сейчас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148840"/>
            <a:ext cx="4622292" cy="3886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buClr>
                <a:srgbClr val="878787"/>
              </a:buClr>
              <a:buFont typeface="Arial"/>
              <a:buChar char="•"/>
            </a:pPr>
            <a:r>
              <a:rPr sz="1600" b="0">
                <a:solidFill>
                  <a:srgbClr val="1C1C1C"/>
                </a:solidFill>
                <a:latin typeface="+mn-lt"/>
              </a:rPr>
              <a:t>Оформление кредита — 2 дня</a:t>
            </a:r>
          </a:p>
          <a:p>
            <a:pPr algn="l" marL="155448" indent="-155448">
              <a:spcBef>
                <a:spcPts val="800"/>
              </a:spcBef>
              <a:buClr>
                <a:srgbClr val="878787"/>
              </a:buClr>
              <a:buFont typeface="Arial"/>
              <a:buChar char="•"/>
            </a:pPr>
            <a:r>
              <a:rPr sz="1600" b="0">
                <a:solidFill>
                  <a:srgbClr val="1C1C1C"/>
                </a:solidFill>
                <a:latin typeface="+mn-lt"/>
              </a:rPr>
              <a:t>Визит в офис обязателен</a:t>
            </a:r>
          </a:p>
          <a:p>
            <a:pPr algn="l" marL="155448" indent="-155448">
              <a:spcBef>
                <a:spcPts val="800"/>
              </a:spcBef>
              <a:buClr>
                <a:srgbClr val="878787"/>
              </a:buClr>
              <a:buFont typeface="Arial"/>
              <a:buChar char="•"/>
            </a:pPr>
            <a:r>
              <a:rPr sz="1600" b="0">
                <a:solidFill>
                  <a:srgbClr val="1C1C1C"/>
                </a:solidFill>
                <a:latin typeface="+mn-lt"/>
              </a:rPr>
              <a:t>Бумажные документы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51676" y="1234440"/>
            <a:ext cx="5125212" cy="49834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551676" y="1234440"/>
            <a:ext cx="5125212" cy="640080"/>
          </a:xfrm>
          <a:custGeom>
            <a:avLst/>
            <a:gdLst/>
            <a:ahLst/>
            <a:cxnLst/>
            <a:rect l="l" t="t" r="r" b="b"/>
            <a:pathLst>
              <a:path w="5125212" h="640080">
                <a:moveTo>
                  <a:pt x="0" y="0"/>
                </a:moveTo>
                <a:lnTo>
                  <a:pt x="5125212" y="0"/>
                </a:lnTo>
                <a:lnTo>
                  <a:pt x="4890943" y="640080"/>
                </a:lnTo>
                <a:lnTo>
                  <a:pt x="0" y="640080"/>
                </a:lnTo>
                <a:close/>
              </a:path>
            </a:pathLst>
          </a:custGeom>
          <a:gradFill rotWithShape="1">
            <a:gsLst>
              <a:gs pos="50000">
                <a:srgbClr val="002882"/>
              </a:gs>
              <a:gs pos="100000">
                <a:srgbClr val="001E6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52844" y="1271016"/>
            <a:ext cx="4598335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+mn-lt"/>
              </a:rPr>
              <a:t>Целевое состояние</a:t>
            </a:r>
          </a:p>
        </p:txBody>
      </p:sp>
      <p:pic>
        <p:nvPicPr>
          <p:cNvPr id="17" name="Picture 16" descr="check-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1088" y="2103120"/>
            <a:ext cx="457200" cy="457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825996" y="2148840"/>
            <a:ext cx="4027932" cy="3886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buClr>
                <a:srgbClr val="00AAFF"/>
              </a:buClr>
              <a:buFont typeface="Arial"/>
              <a:buChar char="•"/>
            </a:pPr>
            <a:r>
              <a:rPr sz="1600" b="0">
                <a:solidFill>
                  <a:srgbClr val="1C1C1C"/>
                </a:solidFill>
                <a:latin typeface="+mn-lt"/>
              </a:rPr>
              <a:t>Решение за </a:t>
            </a:r>
            <a:r>
              <a:rPr sz="1600" b="0">
                <a:solidFill>
                  <a:srgbClr val="002882"/>
                </a:solidFill>
                <a:latin typeface="+mj-lt"/>
              </a:rPr>
              <a:t>5 минут</a:t>
            </a:r>
          </a:p>
          <a:p>
            <a:pPr algn="l" marL="155448" indent="-155448">
              <a:spcBef>
                <a:spcPts val="800"/>
              </a:spcBef>
              <a:buClr>
                <a:srgbClr val="00AAFF"/>
              </a:buClr>
              <a:buFont typeface="Arial"/>
              <a:buChar char="•"/>
            </a:pPr>
            <a:r>
              <a:rPr sz="1600" b="0">
                <a:solidFill>
                  <a:srgbClr val="1C1C1C"/>
                </a:solidFill>
                <a:latin typeface="+mn-lt"/>
              </a:rPr>
              <a:t>Полностью онлайн</a:t>
            </a:r>
          </a:p>
          <a:p>
            <a:pPr algn="l" marL="155448" indent="-155448">
              <a:spcBef>
                <a:spcPts val="800"/>
              </a:spcBef>
              <a:buClr>
                <a:srgbClr val="00AAFF"/>
              </a:buClr>
              <a:buFont typeface="Arial"/>
              <a:buChar char="•"/>
            </a:pPr>
            <a:r>
              <a:rPr sz="1600" b="0">
                <a:solidFill>
                  <a:srgbClr val="1C1C1C"/>
                </a:solidFill>
                <a:latin typeface="+mn-lt"/>
              </a:rPr>
              <a:t>Электронная подпись</a:t>
            </a:r>
          </a:p>
        </p:txBody>
      </p:sp>
      <p:sp>
        <p:nvSpPr>
          <p:cNvPr id="5" name="Freeform 4"/>
          <p:cNvSpPr/>
          <p:nvPr/>
        </p:nvSpPr>
        <p:spPr>
          <a:xfrm>
            <a:off x="5820156" y="3314700"/>
            <a:ext cx="548640" cy="822960"/>
          </a:xfrm>
          <a:custGeom>
            <a:avLst/>
            <a:gdLst/>
            <a:ahLst/>
            <a:cxnLst/>
            <a:rect l="l" t="t" r="r" b="b"/>
            <a:pathLst>
              <a:path w="548640" h="822960">
                <a:moveTo>
                  <a:pt x="0" y="0"/>
                </a:moveTo>
                <a:lnTo>
                  <a:pt x="228600" y="0"/>
                </a:lnTo>
                <a:lnTo>
                  <a:pt x="548640" y="411480"/>
                </a:lnTo>
                <a:lnTo>
                  <a:pt x="228600" y="822960"/>
                </a:lnTo>
                <a:lnTo>
                  <a:pt x="0" y="822960"/>
                </a:lnTo>
                <a:lnTo>
                  <a:pt x="320040" y="411480"/>
                </a:lnTo>
                <a:close/>
              </a:path>
            </a:pathLst>
          </a:custGeom>
          <a:gradFill rotWithShape="1">
            <a:gsLst>
              <a:gs pos="0">
                <a:srgbClr val="00AAFF"/>
              </a:gs>
              <a:gs pos="100000">
                <a:srgbClr val="00288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ИЕРАРХИЯ ЦЕЛЕЙ</a:t>
            </a:r>
          </a:p>
        </p:txBody>
      </p:sp>
      <p:sp>
        <p:nvSpPr>
          <p:cNvPr id="11" name="Номер слайда 3">
            <a:extLst>
              <a:ext uri="{FF2B5EF4-FFF2-40B4-BE49-F238E27FC236}">
                <a16:creationId xmlns:a16="http://schemas.microsoft.com/office/drawing/2014/main" id="{A8D8CCBB-60F1-421E-BD7C-5B2872A3F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0352" y="6437938"/>
            <a:ext cx="5096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fld id="{7E1A2DEA-0812-41F9-88C5-48F7F643210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Freeform 1"/>
          <p:cNvSpPr/>
          <p:nvPr/>
        </p:nvSpPr>
        <p:spPr>
          <a:xfrm>
            <a:off x="2740440" y="1325880"/>
            <a:ext cx="1212528" cy="1147572"/>
          </a:xfrm>
          <a:custGeom>
            <a:avLst/>
            <a:gdLst/>
            <a:ahLst/>
            <a:cxnLst/>
            <a:rect l="l" t="t" r="r" b="b"/>
            <a:pathLst>
              <a:path w="1212528" h="1147572">
                <a:moveTo>
                  <a:pt x="606264" y="0"/>
                </a:moveTo>
                <a:lnTo>
                  <a:pt x="1212528" y="1147572"/>
                </a:lnTo>
                <a:lnTo>
                  <a:pt x="0" y="1147572"/>
                </a:lnTo>
                <a:close/>
              </a:path>
            </a:pathLst>
          </a:custGeom>
          <a:gradFill rotWithShape="1">
            <a:gsLst>
              <a:gs pos="0">
                <a:srgbClr val="001E62"/>
              </a:gs>
              <a:gs pos="100000">
                <a:srgbClr val="001E62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80944" y="1463040"/>
            <a:ext cx="731520" cy="105613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+mn-lt"/>
              </a:rPr>
              <a:t>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741276" y="1899666"/>
            <a:ext cx="2668668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336792" y="1826514"/>
            <a:ext cx="146304" cy="146304"/>
          </a:xfrm>
          <a:prstGeom prst="ellipse">
            <a:avLst/>
          </a:prstGeom>
          <a:solidFill>
            <a:srgbClr val="00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84264" y="1307592"/>
            <a:ext cx="4992624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>
                <a:solidFill>
                  <a:srgbClr val="002882"/>
                </a:solidFill>
                <a:latin typeface="+mj-lt"/>
              </a:rPr>
              <a:t>Миссия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84264" y="1691640"/>
            <a:ext cx="4992624" cy="800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>
                <a:solidFill>
                  <a:srgbClr val="58595B"/>
                </a:solidFill>
                <a:latin typeface="+mn-lt"/>
              </a:rPr>
              <a:t>Финансовые решения для каждого клиента</a:t>
            </a:r>
          </a:p>
        </p:txBody>
      </p:sp>
      <p:sp>
        <p:nvSpPr>
          <p:cNvPr id="4" name="Freeform 3"/>
          <p:cNvSpPr/>
          <p:nvPr/>
        </p:nvSpPr>
        <p:spPr>
          <a:xfrm>
            <a:off x="2100360" y="2537460"/>
            <a:ext cx="2492688" cy="1147572"/>
          </a:xfrm>
          <a:custGeom>
            <a:avLst/>
            <a:gdLst/>
            <a:ahLst/>
            <a:cxnLst/>
            <a:rect l="l" t="t" r="r" b="b"/>
            <a:pathLst>
              <a:path w="2492688" h="1147572">
                <a:moveTo>
                  <a:pt x="606264" y="0"/>
                </a:moveTo>
                <a:lnTo>
                  <a:pt x="1886424" y="0"/>
                </a:lnTo>
                <a:lnTo>
                  <a:pt x="2492688" y="1147572"/>
                </a:lnTo>
                <a:lnTo>
                  <a:pt x="0" y="1147572"/>
                </a:lnTo>
                <a:close/>
              </a:path>
            </a:pathLst>
          </a:custGeom>
          <a:gradFill rotWithShape="1">
            <a:gsLst>
              <a:gs pos="0">
                <a:srgbClr val="004D96"/>
              </a:gs>
              <a:gs pos="100000">
                <a:srgbClr val="004189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80944" y="2537460"/>
            <a:ext cx="731520" cy="11475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+mn-lt"/>
              </a:rPr>
              <a:t>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381356" y="3111246"/>
            <a:ext cx="2028588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6336792" y="3038094"/>
            <a:ext cx="146304" cy="146304"/>
          </a:xfrm>
          <a:prstGeom prst="ellipse">
            <a:avLst/>
          </a:prstGeom>
          <a:solidFill>
            <a:srgbClr val="00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84264" y="2519172"/>
            <a:ext cx="4992624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>
                <a:solidFill>
                  <a:srgbClr val="002882"/>
                </a:solidFill>
                <a:latin typeface="+mj-lt"/>
              </a:rPr>
              <a:t>Стратегические цели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84264" y="2903220"/>
            <a:ext cx="4992624" cy="800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>
                <a:solidFill>
                  <a:srgbClr val="58595B"/>
                </a:solidFill>
                <a:latin typeface="+mn-lt"/>
              </a:rPr>
              <a:t>Лидерство в цифровом банкинге</a:t>
            </a:r>
          </a:p>
        </p:txBody>
      </p:sp>
      <p:sp>
        <p:nvSpPr>
          <p:cNvPr id="5" name="Freeform 4"/>
          <p:cNvSpPr/>
          <p:nvPr/>
        </p:nvSpPr>
        <p:spPr>
          <a:xfrm>
            <a:off x="1460280" y="3749040"/>
            <a:ext cx="3772848" cy="1147572"/>
          </a:xfrm>
          <a:custGeom>
            <a:avLst/>
            <a:gdLst/>
            <a:ahLst/>
            <a:cxnLst/>
            <a:rect l="l" t="t" r="r" b="b"/>
            <a:pathLst>
              <a:path w="3772848" h="1147572">
                <a:moveTo>
                  <a:pt x="606264" y="0"/>
                </a:moveTo>
                <a:lnTo>
                  <a:pt x="3166584" y="0"/>
                </a:lnTo>
                <a:lnTo>
                  <a:pt x="3772848" y="1147572"/>
                </a:lnTo>
                <a:lnTo>
                  <a:pt x="0" y="1147572"/>
                </a:lnTo>
                <a:close/>
              </a:path>
            </a:pathLst>
          </a:custGeom>
          <a:gradFill rotWithShape="1">
            <a:gsLst>
              <a:gs pos="0">
                <a:srgbClr val="007BCB"/>
              </a:gs>
              <a:gs pos="100000">
                <a:srgbClr val="0064B1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80944" y="3749040"/>
            <a:ext cx="731520" cy="11475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+mn-lt"/>
              </a:rPr>
              <a:t>3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021436" y="4322826"/>
            <a:ext cx="1388508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6336792" y="4249674"/>
            <a:ext cx="146304" cy="146304"/>
          </a:xfrm>
          <a:prstGeom prst="ellipse">
            <a:avLst/>
          </a:prstGeom>
          <a:solidFill>
            <a:srgbClr val="00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84264" y="3730752"/>
            <a:ext cx="4992624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>
                <a:solidFill>
                  <a:srgbClr val="002882"/>
                </a:solidFill>
                <a:latin typeface="+mj-lt"/>
              </a:rPr>
              <a:t>Инициативы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84264" y="4114800"/>
            <a:ext cx="4992624" cy="800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>
                <a:solidFill>
                  <a:srgbClr val="58595B"/>
                </a:solidFill>
                <a:latin typeface="+mn-lt"/>
              </a:rPr>
              <a:t>Проекты трансформации</a:t>
            </a:r>
          </a:p>
        </p:txBody>
      </p:sp>
      <p:sp>
        <p:nvSpPr>
          <p:cNvPr id="6" name="Freeform 5"/>
          <p:cNvSpPr/>
          <p:nvPr/>
        </p:nvSpPr>
        <p:spPr>
          <a:xfrm>
            <a:off x="820200" y="4960620"/>
            <a:ext cx="5053008" cy="1147572"/>
          </a:xfrm>
          <a:custGeom>
            <a:avLst/>
            <a:gdLst/>
            <a:ahLst/>
            <a:cxnLst/>
            <a:rect l="l" t="t" r="r" b="b"/>
            <a:pathLst>
              <a:path w="5053008" h="1147572">
                <a:moveTo>
                  <a:pt x="606264" y="0"/>
                </a:moveTo>
                <a:lnTo>
                  <a:pt x="4446744" y="0"/>
                </a:lnTo>
                <a:lnTo>
                  <a:pt x="5053008" y="1147572"/>
                </a:lnTo>
                <a:lnTo>
                  <a:pt x="0" y="1147572"/>
                </a:lnTo>
                <a:close/>
              </a:path>
            </a:pathLst>
          </a:custGeom>
          <a:gradFill rotWithShape="1">
            <a:gsLst>
              <a:gs pos="0">
                <a:srgbClr val="00AAFF"/>
              </a:gs>
              <a:gs pos="100000">
                <a:srgbClr val="0087D8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80944" y="4960620"/>
            <a:ext cx="731520" cy="11475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+mn-lt"/>
              </a:rPr>
              <a:t>4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661516" y="5534406"/>
            <a:ext cx="748428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6336792" y="5461254"/>
            <a:ext cx="146304" cy="146304"/>
          </a:xfrm>
          <a:prstGeom prst="ellipse">
            <a:avLst/>
          </a:prstGeom>
          <a:solidFill>
            <a:srgbClr val="00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84264" y="4942332"/>
            <a:ext cx="4992624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>
                <a:solidFill>
                  <a:srgbClr val="002882"/>
                </a:solidFill>
                <a:latin typeface="+mj-lt"/>
              </a:rPr>
              <a:t>Операционные KPI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84264" y="5326380"/>
            <a:ext cx="4992624" cy="800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>
                <a:solidFill>
                  <a:srgbClr val="58595B"/>
                </a:solidFill>
                <a:latin typeface="+mn-lt"/>
              </a:rPr>
              <a:t>Метрики команд и подразделений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ЭКОСИСТЕМА СЕРВИСОВ</a:t>
            </a:r>
          </a:p>
        </p:txBody>
      </p:sp>
      <p:sp>
        <p:nvSpPr>
          <p:cNvPr id="11" name="Номер слайда 3">
            <a:extLst>
              <a:ext uri="{FF2B5EF4-FFF2-40B4-BE49-F238E27FC236}">
                <a16:creationId xmlns:a16="http://schemas.microsoft.com/office/drawing/2014/main" id="{A8D8CCBB-60F1-421E-BD7C-5B2872A3F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0352" y="6437938"/>
            <a:ext cx="5096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fld id="{7E1A2DEA-0812-41F9-88C5-48F7F643210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2" name="Oval 11"/>
          <p:cNvSpPr/>
          <p:nvPr/>
        </p:nvSpPr>
        <p:spPr>
          <a:xfrm>
            <a:off x="4129888" y="1805940"/>
            <a:ext cx="3931920" cy="3931920"/>
          </a:xfrm>
          <a:prstGeom prst="ellipse">
            <a:avLst/>
          </a:prstGeom>
          <a:noFill/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41368" y="2217420"/>
            <a:ext cx="3108960" cy="3108960"/>
          </a:xfrm>
          <a:prstGeom prst="ellipse">
            <a:avLst/>
          </a:prstGeom>
          <a:noFill/>
          <a:ln w="9525">
            <a:solidFill>
              <a:srgbClr val="CFE9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021428" y="2697480"/>
            <a:ext cx="2148840" cy="2148840"/>
          </a:xfrm>
          <a:prstGeom prst="ellipse">
            <a:avLst/>
          </a:prstGeom>
          <a:gradFill rotWithShape="1">
            <a:gsLst>
              <a:gs pos="0">
                <a:srgbClr val="00AAFF"/>
              </a:gs>
              <a:gs pos="100000">
                <a:srgbClr val="002882"/>
              </a:gs>
            </a:gsLst>
            <a:lin ang="2700000" scaled="0"/>
          </a:gradFill>
          <a:ln>
            <a:noFill/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0028" y="2926080"/>
            <a:ext cx="1691640" cy="1691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+mj-lt"/>
              </a:rPr>
              <a:t>Клиент ВТБ</a:t>
            </a:r>
          </a:p>
        </p:txBody>
      </p:sp>
      <p:sp>
        <p:nvSpPr>
          <p:cNvPr id="16" name="Oval 15"/>
          <p:cNvSpPr/>
          <p:nvPr/>
        </p:nvSpPr>
        <p:spPr>
          <a:xfrm>
            <a:off x="4306371" y="2161557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AAFF"/>
            </a:solidFill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pic>
        <p:nvPicPr>
          <p:cNvPr id="17" name="Picture 16" descr="card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099" y="2271285"/>
            <a:ext cx="347472" cy="34747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52275" y="2060973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/>
            <a:r>
              <a:rPr sz="1500" b="0">
                <a:solidFill>
                  <a:srgbClr val="002882"/>
                </a:solidFill>
                <a:latin typeface="+mj-lt"/>
              </a:rPr>
              <a:t>Платежи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2275" y="2463309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>
                <a:solidFill>
                  <a:srgbClr val="58595B"/>
                </a:solidFill>
                <a:latin typeface="+mn-lt"/>
              </a:rPr>
              <a:t>Переводы и оплата услуг</a:t>
            </a:r>
          </a:p>
        </p:txBody>
      </p:sp>
      <p:sp>
        <p:nvSpPr>
          <p:cNvPr id="20" name="Oval 19"/>
          <p:cNvSpPr/>
          <p:nvPr/>
        </p:nvSpPr>
        <p:spPr>
          <a:xfrm>
            <a:off x="3846424" y="3488436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AAFF"/>
            </a:solidFill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pic>
        <p:nvPicPr>
          <p:cNvPr id="21" name="Picture 20" descr="money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6152" y="3598164"/>
            <a:ext cx="347472" cy="34747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92328" y="3387852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/>
            <a:r>
              <a:rPr sz="1500" b="0">
                <a:solidFill>
                  <a:srgbClr val="002882"/>
                </a:solidFill>
                <a:latin typeface="+mj-lt"/>
              </a:rPr>
              <a:t>Кредиты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2328" y="3790188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>
                <a:solidFill>
                  <a:srgbClr val="58595B"/>
                </a:solidFill>
                <a:latin typeface="+mn-lt"/>
              </a:rPr>
              <a:t>Онлайн-решение</a:t>
            </a:r>
          </a:p>
        </p:txBody>
      </p:sp>
      <p:sp>
        <p:nvSpPr>
          <p:cNvPr id="24" name="Oval 23"/>
          <p:cNvSpPr/>
          <p:nvPr/>
        </p:nvSpPr>
        <p:spPr>
          <a:xfrm>
            <a:off x="4306371" y="4815315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AAFF"/>
            </a:solidFill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pic>
        <p:nvPicPr>
          <p:cNvPr id="25" name="Picture 24" descr="briefcase-chart-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6099" y="4925043"/>
            <a:ext cx="347472" cy="34747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252275" y="4714731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/>
            <a:r>
              <a:rPr sz="1500" b="0">
                <a:solidFill>
                  <a:srgbClr val="002882"/>
                </a:solidFill>
                <a:latin typeface="+mj-lt"/>
              </a:rPr>
              <a:t>Инвестиции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52275" y="5117067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>
                <a:solidFill>
                  <a:srgbClr val="58595B"/>
                </a:solidFill>
                <a:latin typeface="+mn-lt"/>
              </a:rPr>
              <a:t>Брокерский счёт</a:t>
            </a:r>
          </a:p>
        </p:txBody>
      </p:sp>
      <p:sp>
        <p:nvSpPr>
          <p:cNvPr id="28" name="Oval 27"/>
          <p:cNvSpPr/>
          <p:nvPr/>
        </p:nvSpPr>
        <p:spPr>
          <a:xfrm>
            <a:off x="7318396" y="2161557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AAFF"/>
            </a:solidFill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pic>
        <p:nvPicPr>
          <p:cNvPr id="29" name="Picture 28" descr="document-stamp-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8124" y="2271285"/>
            <a:ext cx="347472" cy="34747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059060" y="2060973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500" b="0">
                <a:solidFill>
                  <a:srgbClr val="002882"/>
                </a:solidFill>
                <a:latin typeface="+mj-lt"/>
              </a:rPr>
              <a:t>Страхование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59060" y="2463309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>
                <a:solidFill>
                  <a:srgbClr val="58595B"/>
                </a:solidFill>
                <a:latin typeface="+mn-lt"/>
              </a:rPr>
              <a:t>Полисы в приложении</a:t>
            </a:r>
          </a:p>
        </p:txBody>
      </p:sp>
      <p:sp>
        <p:nvSpPr>
          <p:cNvPr id="32" name="Oval 31"/>
          <p:cNvSpPr/>
          <p:nvPr/>
        </p:nvSpPr>
        <p:spPr>
          <a:xfrm>
            <a:off x="7778344" y="3488436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AAFF"/>
            </a:solidFill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pic>
        <p:nvPicPr>
          <p:cNvPr id="33" name="Picture 32" descr="case-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8072" y="3598164"/>
            <a:ext cx="347472" cy="34747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519008" y="3387852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500" b="0">
                <a:solidFill>
                  <a:srgbClr val="002882"/>
                </a:solidFill>
                <a:latin typeface="+mj-lt"/>
              </a:rPr>
              <a:t>Бизнес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19008" y="3790188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>
                <a:solidFill>
                  <a:srgbClr val="58595B"/>
                </a:solidFill>
                <a:latin typeface="+mn-lt"/>
              </a:rPr>
              <a:t>Сервисы для ИП</a:t>
            </a:r>
          </a:p>
        </p:txBody>
      </p:sp>
      <p:sp>
        <p:nvSpPr>
          <p:cNvPr id="36" name="Oval 35"/>
          <p:cNvSpPr/>
          <p:nvPr/>
        </p:nvSpPr>
        <p:spPr>
          <a:xfrm>
            <a:off x="7318396" y="4815315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AAFF"/>
            </a:solidFill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pic>
        <p:nvPicPr>
          <p:cNvPr id="37" name="Picture 36" descr="star-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8124" y="4925043"/>
            <a:ext cx="347472" cy="34747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059060" y="4714731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1500" b="0">
                <a:solidFill>
                  <a:srgbClr val="002882"/>
                </a:solidFill>
                <a:latin typeface="+mj-lt"/>
              </a:rPr>
              <a:t>Лояльность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59060" y="5117067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>
                <a:solidFill>
                  <a:srgbClr val="58595B"/>
                </a:solidFill>
                <a:latin typeface="+mn-lt"/>
              </a:rPr>
              <a:t>Кешбэк и бонусы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ЦИКЛ УЛУЧШЕНИЙ</a:t>
            </a:r>
          </a:p>
        </p:txBody>
      </p:sp>
      <p:sp>
        <p:nvSpPr>
          <p:cNvPr id="11" name="Номер слайда 3">
            <a:extLst>
              <a:ext uri="{FF2B5EF4-FFF2-40B4-BE49-F238E27FC236}">
                <a16:creationId xmlns:a16="http://schemas.microsoft.com/office/drawing/2014/main" id="{A8D8CCBB-60F1-421E-BD7C-5B2872A3F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0352" y="6437938"/>
            <a:ext cx="5096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fld id="{7E1A2DEA-0812-41F9-88C5-48F7F643210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2" name="Oval 11"/>
          <p:cNvSpPr/>
          <p:nvPr/>
        </p:nvSpPr>
        <p:spPr>
          <a:xfrm>
            <a:off x="4495648" y="2171700"/>
            <a:ext cx="3200400" cy="3200400"/>
          </a:xfrm>
          <a:prstGeom prst="ellipse">
            <a:avLst/>
          </a:prstGeom>
          <a:noFill/>
          <a:ln w="31750">
            <a:solidFill>
              <a:srgbClr val="00A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98568" y="3223260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0">
                <a:solidFill>
                  <a:srgbClr val="002882"/>
                </a:solidFill>
                <a:latin typeface="+mj-lt"/>
              </a:rPr>
              <a:t>PDCA</a:t>
            </a:r>
          </a:p>
        </p:txBody>
      </p:sp>
      <p:sp>
        <p:nvSpPr>
          <p:cNvPr id="14" name="Isosceles Triangle 13"/>
          <p:cNvSpPr/>
          <p:nvPr/>
        </p:nvSpPr>
        <p:spPr>
          <a:xfrm rot="10800000">
            <a:off x="7577176" y="3653028"/>
            <a:ext cx="237744" cy="237744"/>
          </a:xfrm>
          <a:prstGeom prst="triangle">
            <a:avLst/>
          </a:prstGeom>
          <a:solidFill>
            <a:srgbClr val="00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38740" y="2251768"/>
            <a:ext cx="777240" cy="777240"/>
          </a:xfrm>
          <a:prstGeom prst="ellipse">
            <a:avLst/>
          </a:prstGeom>
          <a:gradFill rotWithShape="1">
            <a:gsLst>
              <a:gs pos="0">
                <a:srgbClr val="00AAFF"/>
              </a:gs>
              <a:gs pos="100000">
                <a:srgbClr val="0080D0"/>
              </a:gs>
            </a:gsLst>
            <a:lin ang="2700000" scaled="0"/>
          </a:gradFill>
          <a:ln>
            <a:noFill/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38740" y="2251768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+mj-lt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6000" y="222890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>
                <a:solidFill>
                  <a:srgbClr val="002882"/>
                </a:solidFill>
                <a:latin typeface="+mj-lt"/>
              </a:rPr>
              <a:t>Планирование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6000" y="2612956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>
                <a:solidFill>
                  <a:srgbClr val="58595B"/>
                </a:solidFill>
                <a:latin typeface="+mn-lt"/>
              </a:rPr>
              <a:t>Цели и гипотезы</a:t>
            </a:r>
          </a:p>
        </p:txBody>
      </p:sp>
      <p:sp>
        <p:nvSpPr>
          <p:cNvPr id="19" name="Isosceles Triangle 18"/>
          <p:cNvSpPr/>
          <p:nvPr/>
        </p:nvSpPr>
        <p:spPr>
          <a:xfrm rot="16200000">
            <a:off x="5976976" y="5253228"/>
            <a:ext cx="237744" cy="237744"/>
          </a:xfrm>
          <a:prstGeom prst="triangle">
            <a:avLst/>
          </a:prstGeom>
          <a:solidFill>
            <a:srgbClr val="00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38740" y="4514792"/>
            <a:ext cx="777240" cy="777240"/>
          </a:xfrm>
          <a:prstGeom prst="ellipse">
            <a:avLst/>
          </a:prstGeom>
          <a:gradFill rotWithShape="1">
            <a:gsLst>
              <a:gs pos="0">
                <a:srgbClr val="007FD5"/>
              </a:gs>
              <a:gs pos="100000">
                <a:srgbClr val="0062B2"/>
              </a:gs>
            </a:gsLst>
            <a:lin ang="2700000" scaled="0"/>
          </a:gradFill>
          <a:ln>
            <a:noFill/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38740" y="4514792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+mj-lt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6000" y="449193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>
                <a:solidFill>
                  <a:srgbClr val="002882"/>
                </a:solidFill>
                <a:latin typeface="+mj-lt"/>
              </a:rPr>
              <a:t>Выполнение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6000" y="4875980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>
                <a:solidFill>
                  <a:srgbClr val="58595B"/>
                </a:solidFill>
                <a:latin typeface="+mn-lt"/>
              </a:rPr>
              <a:t>Пилотный запуск</a:t>
            </a:r>
          </a:p>
        </p:txBody>
      </p:sp>
      <p:sp>
        <p:nvSpPr>
          <p:cNvPr id="24" name="Isosceles Triangle 23"/>
          <p:cNvSpPr/>
          <p:nvPr/>
        </p:nvSpPr>
        <p:spPr>
          <a:xfrm rot="0">
            <a:off x="4376776" y="3653028"/>
            <a:ext cx="237744" cy="237744"/>
          </a:xfrm>
          <a:prstGeom prst="triangle">
            <a:avLst/>
          </a:prstGeom>
          <a:solidFill>
            <a:srgbClr val="00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75715" y="4514792"/>
            <a:ext cx="777240" cy="777240"/>
          </a:xfrm>
          <a:prstGeom prst="ellipse">
            <a:avLst/>
          </a:prstGeom>
          <a:gradFill rotWithShape="1">
            <a:gsLst>
              <a:gs pos="0">
                <a:srgbClr val="0053AC"/>
              </a:gs>
              <a:gs pos="100000">
                <a:srgbClr val="004396"/>
              </a:gs>
            </a:gsLst>
            <a:lin ang="2700000" scaled="0"/>
          </a:gradFill>
          <a:ln>
            <a:noFill/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5715" y="4514792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+mj-lt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98175" y="449193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600" b="0">
                <a:solidFill>
                  <a:srgbClr val="002882"/>
                </a:solidFill>
                <a:latin typeface="+mj-lt"/>
              </a:rPr>
              <a:t>Проверка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98175" y="4875980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>
                <a:solidFill>
                  <a:srgbClr val="58595B"/>
                </a:solidFill>
                <a:latin typeface="+mn-lt"/>
              </a:rPr>
              <a:t>Анализ метрик</a:t>
            </a:r>
          </a:p>
        </p:txBody>
      </p:sp>
      <p:sp>
        <p:nvSpPr>
          <p:cNvPr id="29" name="Isosceles Triangle 28"/>
          <p:cNvSpPr/>
          <p:nvPr/>
        </p:nvSpPr>
        <p:spPr>
          <a:xfrm rot="5400000">
            <a:off x="5976976" y="2052828"/>
            <a:ext cx="237744" cy="237744"/>
          </a:xfrm>
          <a:prstGeom prst="triangle">
            <a:avLst/>
          </a:prstGeom>
          <a:solidFill>
            <a:srgbClr val="00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575715" y="2251768"/>
            <a:ext cx="777240" cy="777240"/>
          </a:xfrm>
          <a:prstGeom prst="ellipse">
            <a:avLst/>
          </a:prstGeom>
          <a:gradFill rotWithShape="1">
            <a:gsLst>
              <a:gs pos="0">
                <a:srgbClr val="002882"/>
              </a:gs>
              <a:gs pos="100000">
                <a:srgbClr val="002578"/>
              </a:gs>
            </a:gsLst>
            <a:lin ang="2700000" scaled="0"/>
          </a:gradFill>
          <a:ln>
            <a:noFill/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5715" y="2251768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+mj-lt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98175" y="222890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600" b="0">
                <a:solidFill>
                  <a:srgbClr val="002882"/>
                </a:solidFill>
                <a:latin typeface="+mj-lt"/>
              </a:rPr>
              <a:t>Действие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98175" y="2612956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>
                <a:solidFill>
                  <a:srgbClr val="58595B"/>
                </a:solidFill>
                <a:latin typeface="+mn-lt"/>
              </a:rPr>
              <a:t>Масштабирование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ЦЕЛЕВОЙ ПРОДУКТ</a:t>
            </a:r>
          </a:p>
        </p:txBody>
      </p:sp>
      <p:sp>
        <p:nvSpPr>
          <p:cNvPr id="11" name="Номер слайда 3">
            <a:extLst>
              <a:ext uri="{FF2B5EF4-FFF2-40B4-BE49-F238E27FC236}">
                <a16:creationId xmlns:a16="http://schemas.microsoft.com/office/drawing/2014/main" id="{A8D8CCBB-60F1-421E-BD7C-5B2872A3F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0352" y="6437938"/>
            <a:ext cx="5096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fld id="{7E1A2DEA-0812-41F9-88C5-48F7F643210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2" name="Oval 11"/>
          <p:cNvSpPr/>
          <p:nvPr/>
        </p:nvSpPr>
        <p:spPr>
          <a:xfrm>
            <a:off x="2523744" y="1577340"/>
            <a:ext cx="2743200" cy="2743200"/>
          </a:xfrm>
          <a:prstGeom prst="ellipse">
            <a:avLst/>
          </a:prstGeom>
          <a:solidFill>
            <a:srgbClr val="002882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627632" y="3040380"/>
            <a:ext cx="2743200" cy="2743200"/>
          </a:xfrm>
          <a:prstGeom prst="ellipse">
            <a:avLst/>
          </a:prstGeom>
          <a:solidFill>
            <a:srgbClr val="00AAFF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19856" y="3040380"/>
            <a:ext cx="2743200" cy="2743200"/>
          </a:xfrm>
          <a:prstGeom prst="ellipse">
            <a:avLst/>
          </a:prstGeom>
          <a:solidFill>
            <a:srgbClr val="667EB4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80944" y="224713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+mj-lt"/>
              </a:rPr>
              <a:t>Потребность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47165" y="451485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+mj-lt"/>
              </a:rPr>
              <a:t>Технологии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4723" y="451485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+mj-lt"/>
              </a:rPr>
              <a:t>Экономика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00984" y="377190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+mj-lt"/>
              </a:rPr>
              <a:t>Продукт</a:t>
            </a:r>
          </a:p>
        </p:txBody>
      </p:sp>
      <p:sp>
        <p:nvSpPr>
          <p:cNvPr id="19" name="Oval 18"/>
          <p:cNvSpPr/>
          <p:nvPr/>
        </p:nvSpPr>
        <p:spPr>
          <a:xfrm>
            <a:off x="7735824" y="1490472"/>
            <a:ext cx="256032" cy="256032"/>
          </a:xfrm>
          <a:prstGeom prst="ellipse">
            <a:avLst/>
          </a:prstGeom>
          <a:solidFill>
            <a:srgbClr val="002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47304" y="1417320"/>
            <a:ext cx="3529584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>
                <a:solidFill>
                  <a:srgbClr val="002882"/>
                </a:solidFill>
                <a:latin typeface="+mj-lt"/>
              </a:rPr>
              <a:t>Потребность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7304" y="1828800"/>
            <a:ext cx="3529584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>
                <a:solidFill>
                  <a:srgbClr val="58595B"/>
                </a:solidFill>
                <a:latin typeface="+mn-lt"/>
              </a:rPr>
              <a:t>Что важно клиенту</a:t>
            </a:r>
          </a:p>
        </p:txBody>
      </p:sp>
      <p:sp>
        <p:nvSpPr>
          <p:cNvPr id="22" name="Oval 21"/>
          <p:cNvSpPr/>
          <p:nvPr/>
        </p:nvSpPr>
        <p:spPr>
          <a:xfrm>
            <a:off x="7735824" y="3090672"/>
            <a:ext cx="256032" cy="256032"/>
          </a:xfrm>
          <a:prstGeom prst="ellipse">
            <a:avLst/>
          </a:prstGeom>
          <a:solidFill>
            <a:srgbClr val="00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47304" y="3017520"/>
            <a:ext cx="3529584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>
                <a:solidFill>
                  <a:srgbClr val="002882"/>
                </a:solidFill>
                <a:latin typeface="+mj-lt"/>
              </a:rPr>
              <a:t>Технологии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47304" y="3429000"/>
            <a:ext cx="3529584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>
                <a:solidFill>
                  <a:srgbClr val="58595B"/>
                </a:solidFill>
                <a:latin typeface="+mn-lt"/>
              </a:rPr>
              <a:t>Что мы умеем делать</a:t>
            </a:r>
          </a:p>
        </p:txBody>
      </p:sp>
      <p:sp>
        <p:nvSpPr>
          <p:cNvPr id="25" name="Oval 24"/>
          <p:cNvSpPr/>
          <p:nvPr/>
        </p:nvSpPr>
        <p:spPr>
          <a:xfrm>
            <a:off x="7735824" y="4690872"/>
            <a:ext cx="256032" cy="256032"/>
          </a:xfrm>
          <a:prstGeom prst="ellipse">
            <a:avLst/>
          </a:prstGeom>
          <a:solidFill>
            <a:srgbClr val="667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47304" y="4617720"/>
            <a:ext cx="3529584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>
                <a:solidFill>
                  <a:srgbClr val="002882"/>
                </a:solidFill>
                <a:latin typeface="+mj-lt"/>
              </a:rPr>
              <a:t>Экономика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47304" y="5029200"/>
            <a:ext cx="3529584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>
                <a:solidFill>
                  <a:srgbClr val="58595B"/>
                </a:solidFill>
                <a:latin typeface="+mn-lt"/>
              </a:rPr>
              <a:t>Что выгодно банку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ГОТОВНОСТЬ К ИЗМЕНЕНИЯМ (ADKAR)</a:t>
            </a:r>
          </a:p>
        </p:txBody>
      </p:sp>
      <p:sp>
        <p:nvSpPr>
          <p:cNvPr id="11" name="Номер слайда 3">
            <a:extLst>
              <a:ext uri="{FF2B5EF4-FFF2-40B4-BE49-F238E27FC236}">
                <a16:creationId xmlns:a16="http://schemas.microsoft.com/office/drawing/2014/main" id="{A8D8CCBB-60F1-421E-BD7C-5B2872A3F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0352" y="6437938"/>
            <a:ext cx="5096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fld id="{7E1A2DEA-0812-41F9-88C5-48F7F643210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512064" y="132588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>
                <a:solidFill>
                  <a:srgbClr val="002882"/>
                </a:solidFill>
                <a:latin typeface="+mj-lt"/>
              </a:rPr>
              <a:t>Осознание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1655064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>
                <a:solidFill>
                  <a:srgbClr val="878787"/>
                </a:solidFill>
                <a:latin typeface="+mn-lt"/>
              </a:rPr>
              <a:t>Понимание необходимости изменений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35424" y="1527048"/>
            <a:ext cx="6227064" cy="146304"/>
          </a:xfrm>
          <a:prstGeom prst="rect">
            <a:avLst/>
          </a:prstGeom>
          <a:solidFill>
            <a:srgbClr val="E6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35424" y="1527048"/>
            <a:ext cx="5604358" cy="146304"/>
          </a:xfrm>
          <a:prstGeom prst="rect">
            <a:avLst/>
          </a:prstGeom>
          <a:gradFill rotWithShape="1">
            <a:gsLst>
              <a:gs pos="0">
                <a:srgbClr val="00AAFF"/>
              </a:gs>
              <a:gs pos="100000">
                <a:srgbClr val="00288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99648" y="1344168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0">
                <a:solidFill>
                  <a:srgbClr val="002882"/>
                </a:solidFill>
                <a:latin typeface="+mn-lt"/>
              </a:rPr>
              <a:t>90%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228600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>
                <a:solidFill>
                  <a:srgbClr val="002882"/>
                </a:solidFill>
                <a:latin typeface="+mj-lt"/>
              </a:rPr>
              <a:t>Желание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2615184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>
                <a:solidFill>
                  <a:srgbClr val="878787"/>
                </a:solidFill>
                <a:latin typeface="+mn-lt"/>
              </a:rPr>
              <a:t>Мотивация участвовать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35424" y="2487168"/>
            <a:ext cx="6227064" cy="146304"/>
          </a:xfrm>
          <a:prstGeom prst="rect">
            <a:avLst/>
          </a:prstGeom>
          <a:solidFill>
            <a:srgbClr val="E6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35424" y="2487168"/>
            <a:ext cx="4670298" cy="146304"/>
          </a:xfrm>
          <a:prstGeom prst="rect">
            <a:avLst/>
          </a:prstGeom>
          <a:gradFill rotWithShape="1">
            <a:gsLst>
              <a:gs pos="0">
                <a:srgbClr val="00AAFF"/>
              </a:gs>
              <a:gs pos="100000">
                <a:srgbClr val="00288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99648" y="2304288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0">
                <a:solidFill>
                  <a:srgbClr val="002882"/>
                </a:solidFill>
                <a:latin typeface="+mn-lt"/>
              </a:rPr>
              <a:t>75%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324612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>
                <a:solidFill>
                  <a:srgbClr val="002882"/>
                </a:solidFill>
                <a:latin typeface="+mj-lt"/>
              </a:rPr>
              <a:t>Знание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" y="3575304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>
                <a:solidFill>
                  <a:srgbClr val="878787"/>
                </a:solidFill>
                <a:latin typeface="+mn-lt"/>
              </a:rPr>
              <a:t>Понимание, как меняться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35424" y="3447288"/>
            <a:ext cx="6227064" cy="146304"/>
          </a:xfrm>
          <a:prstGeom prst="rect">
            <a:avLst/>
          </a:prstGeom>
          <a:solidFill>
            <a:srgbClr val="E6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35424" y="3447288"/>
            <a:ext cx="3736238" cy="146304"/>
          </a:xfrm>
          <a:prstGeom prst="rect">
            <a:avLst/>
          </a:prstGeom>
          <a:gradFill rotWithShape="1">
            <a:gsLst>
              <a:gs pos="0">
                <a:srgbClr val="00AAFF"/>
              </a:gs>
              <a:gs pos="100000">
                <a:srgbClr val="00288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899648" y="3264408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0">
                <a:solidFill>
                  <a:srgbClr val="002882"/>
                </a:solidFill>
                <a:latin typeface="+mn-lt"/>
              </a:rPr>
              <a:t>60%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" y="420624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>
                <a:solidFill>
                  <a:srgbClr val="002882"/>
                </a:solidFill>
                <a:latin typeface="+mj-lt"/>
              </a:rPr>
              <a:t>Способность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" y="4535424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>
                <a:solidFill>
                  <a:srgbClr val="878787"/>
                </a:solidFill>
                <a:latin typeface="+mn-lt"/>
              </a:rPr>
              <a:t>Навыки применения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35424" y="4407408"/>
            <a:ext cx="6227064" cy="146304"/>
          </a:xfrm>
          <a:prstGeom prst="rect">
            <a:avLst/>
          </a:prstGeom>
          <a:solidFill>
            <a:srgbClr val="E6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35424" y="4407408"/>
            <a:ext cx="2802179" cy="146304"/>
          </a:xfrm>
          <a:prstGeom prst="rect">
            <a:avLst/>
          </a:prstGeom>
          <a:gradFill rotWithShape="1">
            <a:gsLst>
              <a:gs pos="0">
                <a:srgbClr val="00AAFF"/>
              </a:gs>
              <a:gs pos="100000">
                <a:srgbClr val="00288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99648" y="4224528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0">
                <a:solidFill>
                  <a:srgbClr val="002882"/>
                </a:solidFill>
                <a:latin typeface="+mn-lt"/>
              </a:rPr>
              <a:t>45%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" y="516636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>
                <a:solidFill>
                  <a:srgbClr val="002882"/>
                </a:solidFill>
                <a:latin typeface="+mj-lt"/>
              </a:rPr>
              <a:t>Закрепление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" y="5495544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>
                <a:solidFill>
                  <a:srgbClr val="878787"/>
                </a:solidFill>
                <a:latin typeface="+mn-lt"/>
              </a:rPr>
              <a:t>Устойчивость изменений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35424" y="5367528"/>
            <a:ext cx="6227064" cy="146304"/>
          </a:xfrm>
          <a:prstGeom prst="rect">
            <a:avLst/>
          </a:prstGeom>
          <a:solidFill>
            <a:srgbClr val="E6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35424" y="5367528"/>
            <a:ext cx="1868119" cy="146304"/>
          </a:xfrm>
          <a:prstGeom prst="rect">
            <a:avLst/>
          </a:prstGeom>
          <a:gradFill rotWithShape="1">
            <a:gsLst>
              <a:gs pos="0">
                <a:srgbClr val="00AAFF"/>
              </a:gs>
              <a:gs pos="100000">
                <a:srgbClr val="00288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899648" y="5184648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0">
                <a:solidFill>
                  <a:srgbClr val="002882"/>
                </a:solidFill>
                <a:latin typeface="+mn-lt"/>
              </a:rPr>
              <a:t>30%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ПРИЧИНЫ ОТТОКА КЛИЕНТОВ</a:t>
            </a:r>
          </a:p>
        </p:txBody>
      </p:sp>
      <p:sp>
        <p:nvSpPr>
          <p:cNvPr id="11" name="Номер слайда 3">
            <a:extLst>
              <a:ext uri="{FF2B5EF4-FFF2-40B4-BE49-F238E27FC236}">
                <a16:creationId xmlns:a16="http://schemas.microsoft.com/office/drawing/2014/main" id="{A8D8CCBB-60F1-421E-BD7C-5B2872A3F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0352" y="6437938"/>
            <a:ext cx="5096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fld id="{7E1A2DEA-0812-41F9-88C5-48F7F643210D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12" name="Connector 11"/>
          <p:cNvCxnSpPr/>
          <p:nvPr/>
        </p:nvCxnSpPr>
        <p:spPr>
          <a:xfrm>
            <a:off x="512064" y="3726180"/>
            <a:ext cx="8787384" cy="0"/>
          </a:xfrm>
          <a:prstGeom prst="line">
            <a:avLst/>
          </a:prstGeom>
          <a:ln w="31750">
            <a:solidFill>
              <a:srgbClr val="002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Freeform 1"/>
          <p:cNvSpPr/>
          <p:nvPr/>
        </p:nvSpPr>
        <p:spPr>
          <a:xfrm>
            <a:off x="9299448" y="3040380"/>
            <a:ext cx="2377440" cy="1371600"/>
          </a:xfrm>
          <a:custGeom>
            <a:avLst/>
            <a:gdLst/>
            <a:ahLst/>
            <a:cxnLst/>
            <a:rect l="l" t="t" r="r" b="b"/>
            <a:pathLst>
              <a:path w="2377440" h="1371600">
                <a:moveTo>
                  <a:pt x="502006" y="0"/>
                </a:moveTo>
                <a:lnTo>
                  <a:pt x="2377440" y="0"/>
                </a:lnTo>
                <a:lnTo>
                  <a:pt x="2377440" y="1371600"/>
                </a:lnTo>
                <a:lnTo>
                  <a:pt x="0" y="1371600"/>
                </a:lnTo>
                <a:close/>
              </a:path>
            </a:pathLst>
          </a:custGeom>
          <a:gradFill rotWithShape="1">
            <a:gsLst>
              <a:gs pos="0">
                <a:srgbClr val="00AAFF"/>
              </a:gs>
              <a:gs pos="100000">
                <a:srgbClr val="0091DA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30054" y="3076956"/>
            <a:ext cx="1555394" cy="12984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+mn-lt"/>
              </a:rPr>
              <a:t>Отток клиентов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037076" y="1783080"/>
            <a:ext cx="914400" cy="1943100"/>
          </a:xfrm>
          <a:prstGeom prst="line">
            <a:avLst/>
          </a:prstGeom>
          <a:ln w="19050">
            <a:solidFill>
              <a:srgbClr val="00A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Freeform 3"/>
          <p:cNvSpPr/>
          <p:nvPr/>
        </p:nvSpPr>
        <p:spPr>
          <a:xfrm>
            <a:off x="3488436" y="1325880"/>
            <a:ext cx="2377440" cy="420624"/>
          </a:xfrm>
          <a:custGeom>
            <a:avLst/>
            <a:gdLst/>
            <a:ahLst/>
            <a:cxnLst/>
            <a:rect l="l" t="t" r="r" b="b"/>
            <a:pathLst>
              <a:path w="2377440" h="420624">
                <a:moveTo>
                  <a:pt x="0" y="0"/>
                </a:moveTo>
                <a:lnTo>
                  <a:pt x="2377440" y="0"/>
                </a:lnTo>
                <a:lnTo>
                  <a:pt x="2223492" y="420624"/>
                </a:lnTo>
                <a:lnTo>
                  <a:pt x="0" y="420624"/>
                </a:lnTo>
                <a:close/>
              </a:path>
            </a:pathLst>
          </a:custGeom>
          <a:gradFill rotWithShape="1">
            <a:gsLst>
              <a:gs pos="50000">
                <a:srgbClr val="002882"/>
              </a:gs>
              <a:gs pos="100000">
                <a:srgbClr val="001E6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89604" y="1362456"/>
            <a:ext cx="1930884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+mn-lt"/>
              </a:rPr>
              <a:t>Продукт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13276" y="2430780"/>
            <a:ext cx="2286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467356" y="2266188"/>
            <a:ext cx="1627632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050" b="0">
                <a:solidFill>
                  <a:srgbClr val="58595B"/>
                </a:solidFill>
                <a:latin typeface="+mn-lt"/>
              </a:rPr>
              <a:t>Высокие ставки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418076" y="3078480"/>
            <a:ext cx="2286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772156" y="2913888"/>
            <a:ext cx="1627632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050" b="0">
                <a:solidFill>
                  <a:srgbClr val="58595B"/>
                </a:solidFill>
                <a:latin typeface="+mn-lt"/>
              </a:rPr>
              <a:t>Сложные условия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93608" y="1783080"/>
            <a:ext cx="914400" cy="1943100"/>
          </a:xfrm>
          <a:prstGeom prst="line">
            <a:avLst/>
          </a:prstGeom>
          <a:ln w="19050">
            <a:solidFill>
              <a:srgbClr val="00A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reeform 4"/>
          <p:cNvSpPr/>
          <p:nvPr/>
        </p:nvSpPr>
        <p:spPr>
          <a:xfrm>
            <a:off x="7744968" y="1325880"/>
            <a:ext cx="2377440" cy="420624"/>
          </a:xfrm>
          <a:custGeom>
            <a:avLst/>
            <a:gdLst/>
            <a:ahLst/>
            <a:cxnLst/>
            <a:rect l="l" t="t" r="r" b="b"/>
            <a:pathLst>
              <a:path w="2377440" h="420624">
                <a:moveTo>
                  <a:pt x="0" y="0"/>
                </a:moveTo>
                <a:lnTo>
                  <a:pt x="2377440" y="0"/>
                </a:lnTo>
                <a:lnTo>
                  <a:pt x="2223492" y="420624"/>
                </a:lnTo>
                <a:lnTo>
                  <a:pt x="0" y="420624"/>
                </a:lnTo>
                <a:close/>
              </a:path>
            </a:pathLst>
          </a:custGeom>
          <a:gradFill rotWithShape="1">
            <a:gsLst>
              <a:gs pos="50000">
                <a:srgbClr val="002882"/>
              </a:gs>
              <a:gs pos="100000">
                <a:srgbClr val="001E6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46136" y="1362456"/>
            <a:ext cx="1930884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+mn-lt"/>
              </a:rPr>
              <a:t>Сервис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369808" y="2430780"/>
            <a:ext cx="2286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723888" y="2266188"/>
            <a:ext cx="1627632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050" b="0">
                <a:solidFill>
                  <a:srgbClr val="58595B"/>
                </a:solidFill>
                <a:latin typeface="+mn-lt"/>
              </a:rPr>
              <a:t>Долгие ответы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74608" y="3078480"/>
            <a:ext cx="2286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028688" y="2913888"/>
            <a:ext cx="1627632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050" b="0">
                <a:solidFill>
                  <a:srgbClr val="58595B"/>
                </a:solidFill>
                <a:latin typeface="+mn-lt"/>
              </a:rPr>
              <a:t>Очереди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4037076" y="3726180"/>
            <a:ext cx="914400" cy="1943100"/>
          </a:xfrm>
          <a:prstGeom prst="line">
            <a:avLst/>
          </a:prstGeom>
          <a:ln w="19050">
            <a:solidFill>
              <a:srgbClr val="00A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reeform 5"/>
          <p:cNvSpPr/>
          <p:nvPr/>
        </p:nvSpPr>
        <p:spPr>
          <a:xfrm>
            <a:off x="3488436" y="5687568"/>
            <a:ext cx="2377440" cy="420624"/>
          </a:xfrm>
          <a:custGeom>
            <a:avLst/>
            <a:gdLst/>
            <a:ahLst/>
            <a:cxnLst/>
            <a:rect l="l" t="t" r="r" b="b"/>
            <a:pathLst>
              <a:path w="2377440" h="420624">
                <a:moveTo>
                  <a:pt x="0" y="0"/>
                </a:moveTo>
                <a:lnTo>
                  <a:pt x="2377440" y="0"/>
                </a:lnTo>
                <a:lnTo>
                  <a:pt x="2223492" y="420624"/>
                </a:lnTo>
                <a:lnTo>
                  <a:pt x="0" y="420624"/>
                </a:lnTo>
                <a:close/>
              </a:path>
            </a:pathLst>
          </a:custGeom>
          <a:gradFill rotWithShape="1">
            <a:gsLst>
              <a:gs pos="50000">
                <a:srgbClr val="002882"/>
              </a:gs>
              <a:gs pos="100000">
                <a:srgbClr val="001E6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89604" y="5724144"/>
            <a:ext cx="1930884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+mn-lt"/>
              </a:rPr>
              <a:t>Каналы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113276" y="5021580"/>
            <a:ext cx="2286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467356" y="4856988"/>
            <a:ext cx="1627632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050" b="0">
                <a:solidFill>
                  <a:srgbClr val="58595B"/>
                </a:solidFill>
                <a:latin typeface="+mn-lt"/>
              </a:rPr>
              <a:t>Сбои приложения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418076" y="4373880"/>
            <a:ext cx="2286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772156" y="4209288"/>
            <a:ext cx="1627632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050" b="0">
                <a:solidFill>
                  <a:srgbClr val="58595B"/>
                </a:solidFill>
                <a:latin typeface="+mn-lt"/>
              </a:rPr>
              <a:t>Мало офисов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8293608" y="3726180"/>
            <a:ext cx="914400" cy="1943100"/>
          </a:xfrm>
          <a:prstGeom prst="line">
            <a:avLst/>
          </a:prstGeom>
          <a:ln w="19050">
            <a:solidFill>
              <a:srgbClr val="00A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reeform 6"/>
          <p:cNvSpPr/>
          <p:nvPr/>
        </p:nvSpPr>
        <p:spPr>
          <a:xfrm>
            <a:off x="7744968" y="5687568"/>
            <a:ext cx="2377440" cy="420624"/>
          </a:xfrm>
          <a:custGeom>
            <a:avLst/>
            <a:gdLst/>
            <a:ahLst/>
            <a:cxnLst/>
            <a:rect l="l" t="t" r="r" b="b"/>
            <a:pathLst>
              <a:path w="2377440" h="420624">
                <a:moveTo>
                  <a:pt x="0" y="0"/>
                </a:moveTo>
                <a:lnTo>
                  <a:pt x="2377440" y="0"/>
                </a:lnTo>
                <a:lnTo>
                  <a:pt x="2223492" y="420624"/>
                </a:lnTo>
                <a:lnTo>
                  <a:pt x="0" y="420624"/>
                </a:lnTo>
                <a:close/>
              </a:path>
            </a:pathLst>
          </a:custGeom>
          <a:gradFill rotWithShape="1">
            <a:gsLst>
              <a:gs pos="50000">
                <a:srgbClr val="002882"/>
              </a:gs>
              <a:gs pos="100000">
                <a:srgbClr val="001E6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46136" y="5724144"/>
            <a:ext cx="1930884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+mn-lt"/>
              </a:rPr>
              <a:t>Цена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369808" y="5021580"/>
            <a:ext cx="2286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723888" y="4856988"/>
            <a:ext cx="1627632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050" b="0">
                <a:solidFill>
                  <a:srgbClr val="58595B"/>
                </a:solidFill>
                <a:latin typeface="+mn-lt"/>
              </a:rPr>
              <a:t>Комиссии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674608" y="4373880"/>
            <a:ext cx="2286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028688" y="4209288"/>
            <a:ext cx="1627632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050" b="0">
                <a:solidFill>
                  <a:srgbClr val="58595B"/>
                </a:solidFill>
                <a:latin typeface="+mn-lt"/>
              </a:rPr>
              <a:t>Тарифы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СТОИМОСТЬ ВЛАДЕНИЯ СИСТЕМОЙ</a:t>
            </a:r>
          </a:p>
        </p:txBody>
      </p:sp>
      <p:sp>
        <p:nvSpPr>
          <p:cNvPr id="11" name="Номер слайда 3">
            <a:extLst>
              <a:ext uri="{FF2B5EF4-FFF2-40B4-BE49-F238E27FC236}">
                <a16:creationId xmlns:a16="http://schemas.microsoft.com/office/drawing/2014/main" id="{A8D8CCBB-60F1-421E-BD7C-5B2872A3F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0352" y="6437938"/>
            <a:ext cx="5096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fld id="{7E1A2DEA-0812-41F9-88C5-48F7F643210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2" name="Rectangle 11"/>
          <p:cNvSpPr/>
          <p:nvPr/>
        </p:nvSpPr>
        <p:spPr>
          <a:xfrm>
            <a:off x="0" y="2788920"/>
            <a:ext cx="12191695" cy="3611880"/>
          </a:xfrm>
          <a:prstGeom prst="rect">
            <a:avLst/>
          </a:prstGeom>
          <a:solidFill>
            <a:srgbClr val="E5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2295144" y="1280160"/>
            <a:ext cx="1965960" cy="1508760"/>
          </a:xfrm>
          <a:custGeom>
            <a:avLst/>
            <a:gdLst/>
            <a:ahLst/>
            <a:cxnLst/>
            <a:rect l="l" t="t" r="r" b="b"/>
            <a:pathLst>
              <a:path w="1965960" h="1508760">
                <a:moveTo>
                  <a:pt x="1051560" y="0"/>
                </a:moveTo>
                <a:lnTo>
                  <a:pt x="1965960" y="1508760"/>
                </a:lnTo>
                <a:lnTo>
                  <a:pt x="0" y="1508760"/>
                </a:lnTo>
                <a:close/>
              </a:path>
            </a:pathLst>
          </a:custGeom>
          <a:gradFill rotWithShape="1">
            <a:gsLst>
              <a:gs pos="0">
                <a:srgbClr val="5FC8FF"/>
              </a:gs>
              <a:gs pos="100000">
                <a:srgbClr val="00AAFF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152144" y="2788920"/>
            <a:ext cx="4480560" cy="3429000"/>
          </a:xfrm>
          <a:custGeom>
            <a:avLst/>
            <a:gdLst/>
            <a:ahLst/>
            <a:cxnLst/>
            <a:rect l="l" t="t" r="r" b="b"/>
            <a:pathLst>
              <a:path w="4480560" h="3429000">
                <a:moveTo>
                  <a:pt x="1143000" y="0"/>
                </a:moveTo>
                <a:lnTo>
                  <a:pt x="3108960" y="0"/>
                </a:lnTo>
                <a:lnTo>
                  <a:pt x="3931920" y="731520"/>
                </a:lnTo>
                <a:lnTo>
                  <a:pt x="4480560" y="2011680"/>
                </a:lnTo>
                <a:lnTo>
                  <a:pt x="3566160" y="3291840"/>
                </a:lnTo>
                <a:lnTo>
                  <a:pt x="2468880" y="3429000"/>
                </a:lnTo>
                <a:lnTo>
                  <a:pt x="914400" y="3154680"/>
                </a:lnTo>
                <a:lnTo>
                  <a:pt x="0" y="2194560"/>
                </a:lnTo>
                <a:lnTo>
                  <a:pt x="182880" y="914400"/>
                </a:lnTo>
                <a:close/>
              </a:path>
            </a:pathLst>
          </a:custGeom>
          <a:gradFill rotWithShape="1">
            <a:gsLst>
              <a:gs pos="0">
                <a:srgbClr val="33539B"/>
              </a:gs>
              <a:gs pos="100000">
                <a:srgbClr val="001E62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0" y="2788920"/>
            <a:ext cx="12191695" cy="0"/>
          </a:xfrm>
          <a:prstGeom prst="line">
            <a:avLst/>
          </a:prstGeom>
          <a:ln w="19050">
            <a:solidFill>
              <a:srgbClr val="00A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72784" y="1234440"/>
            <a:ext cx="5404104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>
                <a:solidFill>
                  <a:srgbClr val="002882"/>
                </a:solidFill>
                <a:latin typeface="+mj-lt"/>
              </a:rPr>
              <a:t>Видимая часть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2784" y="1645920"/>
            <a:ext cx="5404104" cy="1051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buClr>
                <a:srgbClr val="002882"/>
              </a:buClr>
              <a:buFont typeface="Arial"/>
              <a:buChar char="•"/>
            </a:pPr>
            <a:r>
              <a:rPr sz="1400" b="0">
                <a:solidFill>
                  <a:srgbClr val="1C1C1C"/>
                </a:solidFill>
                <a:latin typeface="+mn-lt"/>
              </a:rPr>
              <a:t>Лицензии</a:t>
            </a:r>
          </a:p>
          <a:p>
            <a:pPr algn="l" marL="155448" indent="-155448">
              <a:spcBef>
                <a:spcPts val="400"/>
              </a:spcBef>
              <a:buClr>
                <a:srgbClr val="002882"/>
              </a:buClr>
              <a:buFont typeface="Arial"/>
              <a:buChar char="•"/>
            </a:pPr>
            <a:r>
              <a:rPr sz="1400" b="0">
                <a:solidFill>
                  <a:srgbClr val="1C1C1C"/>
                </a:solidFill>
                <a:latin typeface="+mn-lt"/>
              </a:rPr>
              <a:t>Оборудование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2784" y="2971800"/>
            <a:ext cx="5404104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>
                <a:solidFill>
                  <a:srgbClr val="002882"/>
                </a:solidFill>
                <a:latin typeface="+mj-lt"/>
              </a:rPr>
              <a:t>Скрытая часть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2784" y="3383280"/>
            <a:ext cx="5404104" cy="274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buClr>
                <a:srgbClr val="002882"/>
              </a:buClr>
              <a:buFont typeface="Arial"/>
              <a:buChar char="•"/>
            </a:pPr>
            <a:r>
              <a:rPr sz="1400" b="0">
                <a:solidFill>
                  <a:srgbClr val="1C1C1C"/>
                </a:solidFill>
                <a:latin typeface="+mn-lt"/>
              </a:rPr>
              <a:t>Поддержка и сопровождение</a:t>
            </a:r>
          </a:p>
          <a:p>
            <a:pPr algn="l" marL="155448" indent="-155448">
              <a:spcBef>
                <a:spcPts val="400"/>
              </a:spcBef>
              <a:buClr>
                <a:srgbClr val="002882"/>
              </a:buClr>
              <a:buFont typeface="Arial"/>
              <a:buChar char="•"/>
            </a:pPr>
            <a:r>
              <a:rPr sz="1400" b="0">
                <a:solidFill>
                  <a:srgbClr val="1C1C1C"/>
                </a:solidFill>
                <a:latin typeface="+mn-lt"/>
              </a:rPr>
              <a:t>Обучение сотрудников</a:t>
            </a:r>
          </a:p>
          <a:p>
            <a:pPr algn="l" marL="155448" indent="-155448">
              <a:spcBef>
                <a:spcPts val="400"/>
              </a:spcBef>
              <a:buClr>
                <a:srgbClr val="002882"/>
              </a:buClr>
              <a:buFont typeface="Arial"/>
              <a:buChar char="•"/>
            </a:pPr>
            <a:r>
              <a:rPr sz="1400" b="0">
                <a:solidFill>
                  <a:srgbClr val="1C1C1C"/>
                </a:solidFill>
                <a:latin typeface="+mn-lt"/>
              </a:rPr>
              <a:t>Интеграции</a:t>
            </a:r>
          </a:p>
          <a:p>
            <a:pPr algn="l" marL="155448" indent="-155448">
              <a:spcBef>
                <a:spcPts val="400"/>
              </a:spcBef>
              <a:buClr>
                <a:srgbClr val="002882"/>
              </a:buClr>
              <a:buFont typeface="Arial"/>
              <a:buChar char="•"/>
            </a:pPr>
            <a:r>
              <a:rPr sz="1400" b="0">
                <a:solidFill>
                  <a:srgbClr val="1C1C1C"/>
                </a:solidFill>
                <a:latin typeface="+mn-lt"/>
              </a:rPr>
              <a:t>Простои и инциденты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СРАВНЕНИЕ ТАРИФОВ</a:t>
            </a:r>
          </a:p>
        </p:txBody>
      </p:sp>
      <p:sp>
        <p:nvSpPr>
          <p:cNvPr id="11" name="Номер слайда 3">
            <a:extLst>
              <a:ext uri="{FF2B5EF4-FFF2-40B4-BE49-F238E27FC236}">
                <a16:creationId xmlns:a16="http://schemas.microsoft.com/office/drawing/2014/main" id="{A8D8CCBB-60F1-421E-BD7C-5B2872A3F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0352" y="6437938"/>
            <a:ext cx="5096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fld id="{7E1A2DEA-0812-41F9-88C5-48F7F643210D}" type="slidenum">
              <a:rPr lang="ru-RU" smtClean="0"/>
              <a:pPr/>
              <a:t>‹#›</a:t>
            </a:fld>
            <a:endParaRPr lang="ru-RU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12064" y="1234440"/>
          <a:ext cx="11164823" cy="2743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13995"/>
                <a:gridCol w="2850276"/>
                <a:gridCol w="2850276"/>
                <a:gridCol w="2850276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+mj-lt"/>
                        </a:rPr>
                        <a:t>Параметр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2882"/>
                      </a:solidFill>
                    </a:lnB>
                    <a:solidFill>
                      <a:srgbClr val="0028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+mj-lt"/>
                        </a:rPr>
                        <a:t>Базовый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2882"/>
                      </a:solidFill>
                    </a:lnB>
                    <a:solidFill>
                      <a:srgbClr val="0028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+mj-lt"/>
                        </a:rPr>
                        <a:t>Оптимальный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2882"/>
                      </a:solidFill>
                    </a:lnB>
                    <a:solidFill>
                      <a:srgbClr val="00AA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+mj-lt"/>
                        </a:rPr>
                        <a:t>Премиум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2882"/>
                      </a:solidFill>
                    </a:lnB>
                    <a:solidFill>
                      <a:srgbClr val="00288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2882"/>
                          </a:solidFill>
                          <a:latin typeface="+mn-lt"/>
                        </a:rPr>
                        <a:t>Обслуживание, руб./мес.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1C1C"/>
                          </a:solidFill>
                          <a:latin typeface="+mn-lt"/>
                        </a:rPr>
                        <a:t>0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2882"/>
                          </a:solidFill>
                          <a:latin typeface="+mn-lt"/>
                        </a:rPr>
                        <a:t>199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5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1C1C"/>
                          </a:solidFill>
                          <a:latin typeface="+mn-lt"/>
                        </a:rPr>
                        <a:t>990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2882"/>
                          </a:solidFill>
                          <a:latin typeface="+mn-lt"/>
                        </a:rPr>
                        <a:t>Кешбэк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1C1C"/>
                          </a:solidFill>
                          <a:latin typeface="+mn-lt"/>
                        </a:rPr>
                        <a:t>1%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2882"/>
                          </a:solidFill>
                          <a:latin typeface="+mn-lt"/>
                        </a:rPr>
                        <a:t>3%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5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1C1C"/>
                          </a:solidFill>
                          <a:latin typeface="+mn-lt"/>
                        </a:rPr>
                        <a:t>5%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2882"/>
                          </a:solidFill>
                          <a:latin typeface="+mn-lt"/>
                        </a:rPr>
                        <a:t>Переводы без комиссии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1C1C"/>
                          </a:solidFill>
                          <a:latin typeface="+mn-lt"/>
                        </a:rPr>
                        <a:t>до 100 тыс.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2882"/>
                          </a:solidFill>
                          <a:latin typeface="+mn-lt"/>
                        </a:rPr>
                        <a:t>до 500 тыс.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5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1C1C"/>
                          </a:solidFill>
                          <a:latin typeface="+mn-lt"/>
                        </a:rPr>
                        <a:t>без лимита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2882"/>
                          </a:solidFill>
                          <a:latin typeface="+mn-lt"/>
                        </a:rPr>
                        <a:t>Снятие наличных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1C1C"/>
                          </a:solidFill>
                          <a:latin typeface="+mn-lt"/>
                        </a:rPr>
                        <a:t>до 50 тыс.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2882"/>
                          </a:solidFill>
                          <a:latin typeface="+mn-lt"/>
                        </a:rPr>
                        <a:t>до 200 тыс.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5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1C1C"/>
                          </a:solidFill>
                          <a:latin typeface="+mn-lt"/>
                        </a:rPr>
                        <a:t>без лимита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2882"/>
                          </a:solidFill>
                          <a:latin typeface="+mn-lt"/>
                        </a:rPr>
                        <a:t>Персональный менеджер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1C1C"/>
                          </a:solidFill>
                          <a:latin typeface="+mn-lt"/>
                        </a:rPr>
                        <a:t>—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2882"/>
                          </a:solidFill>
                          <a:latin typeface="+mn-lt"/>
                        </a:rPr>
                        <a:t>—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E5F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C1C1C"/>
                          </a:solidFill>
                          <a:latin typeface="+mn-lt"/>
                        </a:rPr>
                        <a:t>да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ПАКЕТЫ ОБСЛУЖИВАНИЯ</a:t>
            </a:r>
          </a:p>
        </p:txBody>
      </p:sp>
      <p:sp>
        <p:nvSpPr>
          <p:cNvPr id="11" name="Номер слайда 3">
            <a:extLst>
              <a:ext uri="{FF2B5EF4-FFF2-40B4-BE49-F238E27FC236}">
                <a16:creationId xmlns:a16="http://schemas.microsoft.com/office/drawing/2014/main" id="{A8D8CCBB-60F1-421E-BD7C-5B2872A3F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0352" y="6437938"/>
            <a:ext cx="5096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fld id="{7E1A2DEA-0812-41F9-88C5-48F7F643210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2" name="Rectangle 11"/>
          <p:cNvSpPr/>
          <p:nvPr/>
        </p:nvSpPr>
        <p:spPr>
          <a:xfrm>
            <a:off x="512064" y="1417320"/>
            <a:ext cx="3538728" cy="480060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512064" y="1417320"/>
            <a:ext cx="3538728" cy="594360"/>
          </a:xfrm>
          <a:custGeom>
            <a:avLst/>
            <a:gdLst/>
            <a:ahLst/>
            <a:cxnLst/>
            <a:rect l="l" t="t" r="r" b="b"/>
            <a:pathLst>
              <a:path w="3538728" h="594360">
                <a:moveTo>
                  <a:pt x="0" y="0"/>
                </a:moveTo>
                <a:lnTo>
                  <a:pt x="3538728" y="0"/>
                </a:lnTo>
                <a:lnTo>
                  <a:pt x="3321192" y="594360"/>
                </a:lnTo>
                <a:lnTo>
                  <a:pt x="0" y="594360"/>
                </a:lnTo>
                <a:close/>
              </a:path>
            </a:pathLst>
          </a:custGeom>
          <a:gradFill rotWithShape="1">
            <a:gsLst>
              <a:gs pos="50000">
                <a:srgbClr val="002882"/>
              </a:gs>
              <a:gs pos="100000">
                <a:srgbClr val="001E6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453896"/>
            <a:ext cx="3028584" cy="5212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+mn-lt"/>
              </a:rPr>
              <a:t>Базовый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194560"/>
            <a:ext cx="2990088" cy="77724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3600" b="0">
                <a:solidFill>
                  <a:srgbClr val="002882"/>
                </a:solidFill>
                <a:latin typeface="+mn-lt"/>
              </a:rPr>
              <a:t>0 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990088"/>
            <a:ext cx="299008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>
                <a:solidFill>
                  <a:srgbClr val="878787"/>
                </a:solidFill>
                <a:latin typeface="+mn-lt"/>
              </a:rPr>
              <a:t>в месяц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86384" y="3383280"/>
            <a:ext cx="2990088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86384" y="3566160"/>
            <a:ext cx="2990088" cy="2514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buClr>
                <a:srgbClr val="00AAFF"/>
              </a:buClr>
              <a:buFont typeface="Arial"/>
              <a:buChar char="•"/>
            </a:pPr>
            <a:r>
              <a:rPr sz="1400" b="0">
                <a:solidFill>
                  <a:srgbClr val="1C1C1C"/>
                </a:solidFill>
                <a:latin typeface="+mn-lt"/>
              </a:rPr>
              <a:t>Кешбэк 1%</a:t>
            </a:r>
          </a:p>
          <a:p>
            <a:pPr algn="l" marL="155448" indent="-155448">
              <a:spcBef>
                <a:spcPts val="600"/>
              </a:spcBef>
              <a:buClr>
                <a:srgbClr val="00AAFF"/>
              </a:buClr>
              <a:buFont typeface="Arial"/>
              <a:buChar char="•"/>
            </a:pPr>
            <a:r>
              <a:rPr sz="1400" b="0">
                <a:solidFill>
                  <a:srgbClr val="1C1C1C"/>
                </a:solidFill>
                <a:latin typeface="+mn-lt"/>
              </a:rPr>
              <a:t>Переводы до 100 тыс.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5112" y="1234440"/>
            <a:ext cx="3538728" cy="49834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325112" y="1234440"/>
            <a:ext cx="3538728" cy="594360"/>
          </a:xfrm>
          <a:custGeom>
            <a:avLst/>
            <a:gdLst/>
            <a:ahLst/>
            <a:cxnLst/>
            <a:rect l="l" t="t" r="r" b="b"/>
            <a:pathLst>
              <a:path w="3538728" h="594360">
                <a:moveTo>
                  <a:pt x="0" y="0"/>
                </a:moveTo>
                <a:lnTo>
                  <a:pt x="3538728" y="0"/>
                </a:lnTo>
                <a:lnTo>
                  <a:pt x="3321192" y="594360"/>
                </a:lnTo>
                <a:lnTo>
                  <a:pt x="0" y="594360"/>
                </a:lnTo>
                <a:close/>
              </a:path>
            </a:pathLst>
          </a:custGeom>
          <a:gradFill rotWithShape="1">
            <a:gsLst>
              <a:gs pos="0">
                <a:srgbClr val="00AAFF"/>
              </a:gs>
              <a:gs pos="100000">
                <a:srgbClr val="0091DA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1271016"/>
            <a:ext cx="3028584" cy="5212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+mn-lt"/>
              </a:rPr>
              <a:t>Оптимальный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9432" y="2011680"/>
            <a:ext cx="2990088" cy="77724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3600" b="0">
                <a:solidFill>
                  <a:srgbClr val="00AAFF"/>
                </a:solidFill>
                <a:latin typeface="+mn-lt"/>
              </a:rPr>
              <a:t>199 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2" y="2807208"/>
            <a:ext cx="299008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>
                <a:solidFill>
                  <a:srgbClr val="878787"/>
                </a:solidFill>
                <a:latin typeface="+mn-lt"/>
              </a:rPr>
              <a:t>в месяц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99432" y="3200400"/>
            <a:ext cx="2990088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599432" y="3383280"/>
            <a:ext cx="2990088" cy="2697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buClr>
                <a:srgbClr val="00AAFF"/>
              </a:buClr>
              <a:buFont typeface="Arial"/>
              <a:buChar char="•"/>
            </a:pPr>
            <a:r>
              <a:rPr sz="1400" b="0">
                <a:solidFill>
                  <a:srgbClr val="1C1C1C"/>
                </a:solidFill>
                <a:latin typeface="+mn-lt"/>
              </a:rPr>
              <a:t>Кешбэк 3%</a:t>
            </a:r>
          </a:p>
          <a:p>
            <a:pPr algn="l" marL="155448" indent="-155448">
              <a:spcBef>
                <a:spcPts val="600"/>
              </a:spcBef>
              <a:buClr>
                <a:srgbClr val="00AAFF"/>
              </a:buClr>
              <a:buFont typeface="Arial"/>
              <a:buChar char="•"/>
            </a:pPr>
            <a:r>
              <a:rPr sz="1400" b="0">
                <a:solidFill>
                  <a:srgbClr val="1C1C1C"/>
                </a:solidFill>
                <a:latin typeface="+mn-lt"/>
              </a:rPr>
              <a:t>Переводы до 500 тыс.</a:t>
            </a:r>
          </a:p>
          <a:p>
            <a:pPr algn="l" marL="155448" indent="-155448">
              <a:spcBef>
                <a:spcPts val="600"/>
              </a:spcBef>
              <a:buClr>
                <a:srgbClr val="00AAFF"/>
              </a:buClr>
              <a:buFont typeface="Arial"/>
              <a:buChar char="•"/>
            </a:pPr>
            <a:r>
              <a:rPr sz="1400" b="0">
                <a:solidFill>
                  <a:srgbClr val="1C1C1C"/>
                </a:solidFill>
                <a:latin typeface="+mn-lt"/>
              </a:rPr>
              <a:t>Бесплатное снятие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1417320"/>
            <a:ext cx="3538728" cy="480060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8138160" y="1417320"/>
            <a:ext cx="3538728" cy="594360"/>
          </a:xfrm>
          <a:custGeom>
            <a:avLst/>
            <a:gdLst/>
            <a:ahLst/>
            <a:cxnLst/>
            <a:rect l="l" t="t" r="r" b="b"/>
            <a:pathLst>
              <a:path w="3538728" h="594360">
                <a:moveTo>
                  <a:pt x="0" y="0"/>
                </a:moveTo>
                <a:lnTo>
                  <a:pt x="3538728" y="0"/>
                </a:lnTo>
                <a:lnTo>
                  <a:pt x="3321192" y="594360"/>
                </a:lnTo>
                <a:lnTo>
                  <a:pt x="0" y="594360"/>
                </a:lnTo>
                <a:close/>
              </a:path>
            </a:pathLst>
          </a:custGeom>
          <a:gradFill rotWithShape="1">
            <a:gsLst>
              <a:gs pos="50000">
                <a:srgbClr val="002882"/>
              </a:gs>
              <a:gs pos="100000">
                <a:srgbClr val="001E6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9328" y="1453896"/>
            <a:ext cx="3028584" cy="5212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+mn-lt"/>
              </a:rPr>
              <a:t>Премиум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194560"/>
            <a:ext cx="2990088" cy="77724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3600" b="0">
                <a:solidFill>
                  <a:srgbClr val="002882"/>
                </a:solidFill>
                <a:latin typeface="+mn-lt"/>
              </a:rPr>
              <a:t>990 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990088"/>
            <a:ext cx="299008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>
                <a:solidFill>
                  <a:srgbClr val="878787"/>
                </a:solidFill>
                <a:latin typeface="+mn-lt"/>
              </a:rPr>
              <a:t>в месяц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412480" y="3383280"/>
            <a:ext cx="2990088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412480" y="3566160"/>
            <a:ext cx="2990088" cy="2514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5448" indent="-155448">
              <a:buClr>
                <a:srgbClr val="00AAFF"/>
              </a:buClr>
              <a:buFont typeface="Arial"/>
              <a:buChar char="•"/>
            </a:pPr>
            <a:r>
              <a:rPr sz="1400" b="0">
                <a:solidFill>
                  <a:srgbClr val="1C1C1C"/>
                </a:solidFill>
                <a:latin typeface="+mn-lt"/>
              </a:rPr>
              <a:t>Кешбэк 5%</a:t>
            </a:r>
          </a:p>
          <a:p>
            <a:pPr algn="l" marL="155448" indent="-155448">
              <a:spcBef>
                <a:spcPts val="600"/>
              </a:spcBef>
              <a:buClr>
                <a:srgbClr val="00AAFF"/>
              </a:buClr>
              <a:buFont typeface="Arial"/>
              <a:buChar char="•"/>
            </a:pPr>
            <a:r>
              <a:rPr sz="1400" b="0">
                <a:solidFill>
                  <a:srgbClr val="1C1C1C"/>
                </a:solidFill>
                <a:latin typeface="+mn-lt"/>
              </a:rPr>
              <a:t>Без лимитов</a:t>
            </a:r>
          </a:p>
          <a:p>
            <a:pPr algn="l" marL="155448" indent="-155448">
              <a:spcBef>
                <a:spcPts val="600"/>
              </a:spcBef>
              <a:buClr>
                <a:srgbClr val="00AAFF"/>
              </a:buClr>
              <a:buFont typeface="Arial"/>
              <a:buChar char="•"/>
            </a:pPr>
            <a:r>
              <a:rPr sz="1400" b="0">
                <a:solidFill>
                  <a:srgbClr val="1C1C1C"/>
                </a:solidFill>
                <a:latin typeface="+mn-lt"/>
              </a:rPr>
              <a:t>Персональный менеджер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СТРУКТУРА ПРОГРАММЫ</a:t>
            </a:r>
          </a:p>
        </p:txBody>
      </p:sp>
      <p:sp>
        <p:nvSpPr>
          <p:cNvPr id="11" name="Номер слайда 3">
            <a:extLst>
              <a:ext uri="{FF2B5EF4-FFF2-40B4-BE49-F238E27FC236}">
                <a16:creationId xmlns:a16="http://schemas.microsoft.com/office/drawing/2014/main" id="{A8D8CCBB-60F1-421E-BD7C-5B2872A3F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0352" y="6437938"/>
            <a:ext cx="5096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fld id="{7E1A2DEA-0812-41F9-88C5-48F7F643210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Freeform 1"/>
          <p:cNvSpPr/>
          <p:nvPr/>
        </p:nvSpPr>
        <p:spPr>
          <a:xfrm>
            <a:off x="4358488" y="1234440"/>
            <a:ext cx="3474720" cy="914400"/>
          </a:xfrm>
          <a:custGeom>
            <a:avLst/>
            <a:gdLst/>
            <a:ahLst/>
            <a:cxnLst/>
            <a:rect l="l" t="t" r="r" b="b"/>
            <a:pathLst>
              <a:path w="3474720" h="914400">
                <a:moveTo>
                  <a:pt x="0" y="0"/>
                </a:moveTo>
                <a:lnTo>
                  <a:pt x="3474720" y="0"/>
                </a:lnTo>
                <a:lnTo>
                  <a:pt x="3474720" y="914400"/>
                </a:lnTo>
                <a:lnTo>
                  <a:pt x="0" y="914400"/>
                </a:lnTo>
                <a:close/>
              </a:path>
            </a:pathLst>
          </a:custGeom>
          <a:gradFill rotWithShape="1">
            <a:gsLst>
              <a:gs pos="50000">
                <a:srgbClr val="002882"/>
              </a:gs>
              <a:gs pos="100000">
                <a:srgbClr val="001E6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5648" y="1344168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+mj-lt"/>
              </a:rPr>
              <a:t>Руководитель программы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5648" y="1764792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b="0">
                <a:solidFill>
                  <a:srgbClr val="5FC8FF"/>
                </a:solidFill>
                <a:latin typeface="+mn-lt"/>
              </a:rPr>
              <a:t>Вице-президент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95848" y="2148840"/>
            <a:ext cx="0" cy="320040"/>
          </a:xfrm>
          <a:prstGeom prst="line">
            <a:avLst/>
          </a:prstGeom>
          <a:ln w="15875">
            <a:solidFill>
              <a:srgbClr val="002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311908" y="2468880"/>
            <a:ext cx="7565136" cy="0"/>
          </a:xfrm>
          <a:prstGeom prst="line">
            <a:avLst/>
          </a:prstGeom>
          <a:ln w="15875">
            <a:solidFill>
              <a:srgbClr val="002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311908" y="2468880"/>
            <a:ext cx="0" cy="320040"/>
          </a:xfrm>
          <a:prstGeom prst="line">
            <a:avLst/>
          </a:prstGeom>
          <a:ln w="15875">
            <a:solidFill>
              <a:srgbClr val="002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12064" y="2788920"/>
            <a:ext cx="3599688" cy="868680"/>
          </a:xfrm>
          <a:prstGeom prst="rect">
            <a:avLst/>
          </a:prstGeom>
          <a:gradFill rotWithShape="1">
            <a:gsLst>
              <a:gs pos="0">
                <a:srgbClr val="00AAFF"/>
              </a:gs>
              <a:gs pos="100000">
                <a:srgbClr val="0091DA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2880360"/>
            <a:ext cx="3416808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+mj-lt"/>
              </a:rPr>
              <a:t>Продукты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" y="3291840"/>
            <a:ext cx="3416808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+mn-lt"/>
              </a:rPr>
              <a:t>Директор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76656" y="3657600"/>
            <a:ext cx="0" cy="157734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76656" y="4320540"/>
            <a:ext cx="155448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32104" y="3931920"/>
            <a:ext cx="327964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3986784"/>
            <a:ext cx="3051048" cy="3886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>
                <a:solidFill>
                  <a:srgbClr val="002882"/>
                </a:solidFill>
                <a:latin typeface="+mj-lt"/>
              </a:rPr>
              <a:t>Кредиты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" y="4359402"/>
            <a:ext cx="305104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>
                <a:solidFill>
                  <a:srgbClr val="58595B"/>
                </a:solidFill>
                <a:latin typeface="+mn-lt"/>
              </a:rPr>
              <a:t>Команда 1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76656" y="5234940"/>
            <a:ext cx="155448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832104" y="4846320"/>
            <a:ext cx="327964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" y="4901184"/>
            <a:ext cx="3051048" cy="3886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>
                <a:solidFill>
                  <a:srgbClr val="002882"/>
                </a:solidFill>
                <a:latin typeface="+mj-lt"/>
              </a:rPr>
              <a:t>Карты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" y="5273802"/>
            <a:ext cx="305104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>
                <a:solidFill>
                  <a:srgbClr val="58595B"/>
                </a:solidFill>
                <a:latin typeface="+mn-lt"/>
              </a:rPr>
              <a:t>Команда 2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94476" y="2468880"/>
            <a:ext cx="0" cy="320040"/>
          </a:xfrm>
          <a:prstGeom prst="line">
            <a:avLst/>
          </a:prstGeom>
          <a:ln w="15875">
            <a:solidFill>
              <a:srgbClr val="002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4294632" y="2788920"/>
            <a:ext cx="3599688" cy="868680"/>
          </a:xfrm>
          <a:prstGeom prst="rect">
            <a:avLst/>
          </a:prstGeom>
          <a:gradFill rotWithShape="1">
            <a:gsLst>
              <a:gs pos="0">
                <a:srgbClr val="00AAFF"/>
              </a:gs>
              <a:gs pos="100000">
                <a:srgbClr val="0091DA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6072" y="2880360"/>
            <a:ext cx="3416808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+mj-lt"/>
              </a:rPr>
              <a:t>Технологии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6072" y="3291840"/>
            <a:ext cx="3416808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+mn-lt"/>
              </a:rPr>
              <a:t>CTO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459224" y="3657600"/>
            <a:ext cx="0" cy="157734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459224" y="4320540"/>
            <a:ext cx="155448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4614672" y="3931920"/>
            <a:ext cx="327964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1832" y="3986784"/>
            <a:ext cx="3051048" cy="3886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>
                <a:solidFill>
                  <a:srgbClr val="002882"/>
                </a:solidFill>
                <a:latin typeface="+mj-lt"/>
              </a:rPr>
              <a:t>Платформа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1832" y="4359402"/>
            <a:ext cx="305104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>
                <a:solidFill>
                  <a:srgbClr val="58595B"/>
                </a:solidFill>
                <a:latin typeface="+mn-lt"/>
              </a:rPr>
              <a:t>Команда 3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459224" y="5234940"/>
            <a:ext cx="155448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4614672" y="4846320"/>
            <a:ext cx="327964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51832" y="4901184"/>
            <a:ext cx="3051048" cy="3886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>
                <a:solidFill>
                  <a:srgbClr val="002882"/>
                </a:solidFill>
                <a:latin typeface="+mj-lt"/>
              </a:rPr>
              <a:t>Данные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1832" y="5273802"/>
            <a:ext cx="305104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>
                <a:solidFill>
                  <a:srgbClr val="58595B"/>
                </a:solidFill>
                <a:latin typeface="+mn-lt"/>
              </a:rPr>
              <a:t>Команда 4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877044" y="2468880"/>
            <a:ext cx="0" cy="320040"/>
          </a:xfrm>
          <a:prstGeom prst="line">
            <a:avLst/>
          </a:prstGeom>
          <a:ln w="15875">
            <a:solidFill>
              <a:srgbClr val="002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8077200" y="2788920"/>
            <a:ext cx="3599688" cy="868680"/>
          </a:xfrm>
          <a:prstGeom prst="rect">
            <a:avLst/>
          </a:prstGeom>
          <a:gradFill rotWithShape="1">
            <a:gsLst>
              <a:gs pos="0">
                <a:srgbClr val="00AAFF"/>
              </a:gs>
              <a:gs pos="100000">
                <a:srgbClr val="0091DA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68640" y="2880360"/>
            <a:ext cx="3416808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+mj-lt"/>
              </a:rPr>
              <a:t>Каналы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68640" y="3291840"/>
            <a:ext cx="3416808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+mn-lt"/>
              </a:rPr>
              <a:t>Директор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241792" y="3657600"/>
            <a:ext cx="0" cy="157734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241792" y="4320540"/>
            <a:ext cx="155448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8397240" y="3931920"/>
            <a:ext cx="327964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34400" y="3986784"/>
            <a:ext cx="3051048" cy="3886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>
                <a:solidFill>
                  <a:srgbClr val="002882"/>
                </a:solidFill>
                <a:latin typeface="+mj-lt"/>
              </a:rPr>
              <a:t>Приложение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34400" y="4359402"/>
            <a:ext cx="305104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>
                <a:solidFill>
                  <a:srgbClr val="58595B"/>
                </a:solidFill>
                <a:latin typeface="+mn-lt"/>
              </a:rPr>
              <a:t>Команда 5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241792" y="5234940"/>
            <a:ext cx="155448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8397240" y="4846320"/>
            <a:ext cx="327964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34400" y="4901184"/>
            <a:ext cx="3051048" cy="3886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>
                <a:solidFill>
                  <a:srgbClr val="002882"/>
                </a:solidFill>
                <a:latin typeface="+mj-lt"/>
              </a:rPr>
              <a:t>Офисы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34400" y="5273802"/>
            <a:ext cx="305104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>
                <a:solidFill>
                  <a:srgbClr val="58595B"/>
                </a:solidFill>
                <a:latin typeface="+mn-lt"/>
              </a:rPr>
              <a:t>Команда 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КОМАНДА ПРОЕКТА</a:t>
            </a:r>
          </a:p>
        </p:txBody>
      </p:sp>
      <p:sp>
        <p:nvSpPr>
          <p:cNvPr id="11" name="Номер слайда 3">
            <a:extLst>
              <a:ext uri="{FF2B5EF4-FFF2-40B4-BE49-F238E27FC236}">
                <a16:creationId xmlns:a16="http://schemas.microsoft.com/office/drawing/2014/main" id="{A8D8CCBB-60F1-421E-BD7C-5B2872A3F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0352" y="6437938"/>
            <a:ext cx="5096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fld id="{7E1A2DEA-0812-41F9-88C5-48F7F643210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2" name="Rectangle 11"/>
          <p:cNvSpPr/>
          <p:nvPr/>
        </p:nvSpPr>
        <p:spPr>
          <a:xfrm>
            <a:off x="512064" y="1234440"/>
            <a:ext cx="2585466" cy="49834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1837" y="1463040"/>
            <a:ext cx="1645920" cy="1645920"/>
          </a:xfrm>
          <a:prstGeom prst="ellipse">
            <a:avLst/>
          </a:prstGeom>
          <a:noFill/>
          <a:ln w="15875">
            <a:solidFill>
              <a:srgbClr val="00A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3277" y="1554480"/>
            <a:ext cx="1463040" cy="1463040"/>
          </a:xfrm>
          <a:prstGeom prst="ellipse">
            <a:avLst/>
          </a:prstGeom>
          <a:gradFill rotWithShape="1">
            <a:gsLst>
              <a:gs pos="0">
                <a:srgbClr val="002882"/>
              </a:gs>
              <a:gs pos="100000">
                <a:srgbClr val="001E6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3277" y="1554480"/>
            <a:ext cx="1463040" cy="1463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3520" b="0">
                <a:solidFill>
                  <a:srgbClr val="FFFFFF"/>
                </a:solidFill>
                <a:latin typeface="+mn-lt"/>
              </a:rPr>
              <a:t>АИ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3291840"/>
            <a:ext cx="2219706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700" b="0">
                <a:solidFill>
                  <a:srgbClr val="1C1C1C"/>
                </a:solidFill>
                <a:latin typeface="+mj-lt"/>
              </a:rPr>
              <a:t>Анна Иванова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30477" y="4023360"/>
            <a:ext cx="548640" cy="0"/>
          </a:xfrm>
          <a:prstGeom prst="line">
            <a:avLst/>
          </a:prstGeom>
          <a:ln w="19050">
            <a:solidFill>
              <a:srgbClr val="00A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94944" y="4133088"/>
            <a:ext cx="2219706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00" b="0">
                <a:solidFill>
                  <a:srgbClr val="00AAFF"/>
                </a:solidFill>
                <a:latin typeface="+mn-lt"/>
              </a:rPr>
              <a:t>Руководитель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" y="4663440"/>
            <a:ext cx="2128266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b="0">
                <a:solidFill>
                  <a:srgbClr val="58595B"/>
                </a:solidFill>
                <a:latin typeface="+mn-lt"/>
              </a:rPr>
              <a:t>15 лет в розничном бизнесе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71850" y="1234440"/>
            <a:ext cx="2585466" cy="49834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841623" y="1463040"/>
            <a:ext cx="1645920" cy="1645920"/>
          </a:xfrm>
          <a:prstGeom prst="ellipse">
            <a:avLst/>
          </a:prstGeom>
          <a:noFill/>
          <a:ln w="15875">
            <a:solidFill>
              <a:srgbClr val="00A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933063" y="1554480"/>
            <a:ext cx="1463040" cy="1463040"/>
          </a:xfrm>
          <a:prstGeom prst="ellipse">
            <a:avLst/>
          </a:prstGeom>
          <a:gradFill rotWithShape="1">
            <a:gsLst>
              <a:gs pos="0">
                <a:srgbClr val="002882"/>
              </a:gs>
              <a:gs pos="100000">
                <a:srgbClr val="001E6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3063" y="1554480"/>
            <a:ext cx="1463040" cy="1463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3520" b="0">
                <a:solidFill>
                  <a:srgbClr val="FFFFFF"/>
                </a:solidFill>
                <a:latin typeface="+mn-lt"/>
              </a:rPr>
              <a:t>ПС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54730" y="3291840"/>
            <a:ext cx="2219706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700" b="0">
                <a:solidFill>
                  <a:srgbClr val="1C1C1C"/>
                </a:solidFill>
                <a:latin typeface="+mj-lt"/>
              </a:rPr>
              <a:t>Пётр Смирнов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390263" y="4023360"/>
            <a:ext cx="548640" cy="0"/>
          </a:xfrm>
          <a:prstGeom prst="line">
            <a:avLst/>
          </a:prstGeom>
          <a:ln w="19050">
            <a:solidFill>
              <a:srgbClr val="00A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554730" y="4133088"/>
            <a:ext cx="2219706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00" b="0">
                <a:solidFill>
                  <a:srgbClr val="00AAFF"/>
                </a:solidFill>
                <a:latin typeface="+mn-lt"/>
              </a:rPr>
              <a:t>Технологии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00450" y="4663440"/>
            <a:ext cx="2128266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b="0">
                <a:solidFill>
                  <a:srgbClr val="58595B"/>
                </a:solidFill>
                <a:latin typeface="+mn-lt"/>
              </a:rPr>
              <a:t>Архитектура платформы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31636" y="1234440"/>
            <a:ext cx="2585466" cy="49834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701409" y="1463040"/>
            <a:ext cx="1645920" cy="1645920"/>
          </a:xfrm>
          <a:prstGeom prst="ellipse">
            <a:avLst/>
          </a:prstGeom>
          <a:noFill/>
          <a:ln w="15875">
            <a:solidFill>
              <a:srgbClr val="00A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792849" y="1554480"/>
            <a:ext cx="1463040" cy="1463040"/>
          </a:xfrm>
          <a:prstGeom prst="ellipse">
            <a:avLst/>
          </a:prstGeom>
          <a:gradFill rotWithShape="1">
            <a:gsLst>
              <a:gs pos="0">
                <a:srgbClr val="002882"/>
              </a:gs>
              <a:gs pos="100000">
                <a:srgbClr val="001E6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92849" y="1554480"/>
            <a:ext cx="1463040" cy="1463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3520" b="0">
                <a:solidFill>
                  <a:srgbClr val="FFFFFF"/>
                </a:solidFill>
                <a:latin typeface="+mn-lt"/>
              </a:rPr>
              <a:t>МК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4516" y="3291840"/>
            <a:ext cx="2219706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700" b="0">
                <a:solidFill>
                  <a:srgbClr val="1C1C1C"/>
                </a:solidFill>
                <a:latin typeface="+mj-lt"/>
              </a:rPr>
              <a:t>Мария Козлова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250049" y="4023360"/>
            <a:ext cx="548640" cy="0"/>
          </a:xfrm>
          <a:prstGeom prst="line">
            <a:avLst/>
          </a:prstGeom>
          <a:ln w="19050">
            <a:solidFill>
              <a:srgbClr val="00A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414516" y="4133088"/>
            <a:ext cx="2219706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00" b="0">
                <a:solidFill>
                  <a:srgbClr val="00AAFF"/>
                </a:solidFill>
                <a:latin typeface="+mn-lt"/>
              </a:rPr>
              <a:t>Продукт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60236" y="4663440"/>
            <a:ext cx="2128266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b="0">
                <a:solidFill>
                  <a:srgbClr val="58595B"/>
                </a:solidFill>
                <a:latin typeface="+mn-lt"/>
              </a:rPr>
              <a:t>Клиентский опыт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91422" y="1234440"/>
            <a:ext cx="2585466" cy="49834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561195" y="1463040"/>
            <a:ext cx="1645920" cy="1645920"/>
          </a:xfrm>
          <a:prstGeom prst="ellipse">
            <a:avLst/>
          </a:prstGeom>
          <a:noFill/>
          <a:ln w="15875">
            <a:solidFill>
              <a:srgbClr val="00A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652635" y="1554480"/>
            <a:ext cx="1463040" cy="1463040"/>
          </a:xfrm>
          <a:prstGeom prst="ellipse">
            <a:avLst/>
          </a:prstGeom>
          <a:gradFill rotWithShape="1">
            <a:gsLst>
              <a:gs pos="0">
                <a:srgbClr val="002882"/>
              </a:gs>
              <a:gs pos="100000">
                <a:srgbClr val="001E6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52635" y="1554480"/>
            <a:ext cx="1463040" cy="1463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3520" b="0">
                <a:solidFill>
                  <a:srgbClr val="FFFFFF"/>
                </a:solidFill>
                <a:latin typeface="+mn-lt"/>
              </a:rPr>
              <a:t>ОП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74302" y="3291840"/>
            <a:ext cx="2219706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700" b="0">
                <a:solidFill>
                  <a:srgbClr val="1C1C1C"/>
                </a:solidFill>
                <a:latin typeface="+mj-lt"/>
              </a:rPr>
              <a:t>Олег Петров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0109835" y="4023360"/>
            <a:ext cx="548640" cy="0"/>
          </a:xfrm>
          <a:prstGeom prst="line">
            <a:avLst/>
          </a:prstGeom>
          <a:ln w="19050">
            <a:solidFill>
              <a:srgbClr val="00A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274302" y="4133088"/>
            <a:ext cx="2219706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00" b="0">
                <a:solidFill>
                  <a:srgbClr val="00AAFF"/>
                </a:solidFill>
                <a:latin typeface="+mn-lt"/>
              </a:rPr>
              <a:t>Аналитика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0022" y="4663440"/>
            <a:ext cx="2128266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b="0">
                <a:solidFill>
                  <a:srgbClr val="58595B"/>
                </a:solidFill>
                <a:latin typeface="+mn-lt"/>
              </a:rPr>
              <a:t>Модели и данные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ОФИСЫ НОВОГО ФОРМАТА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2" name="Freeform 1"/>
          <p:cNvSpPr/>
          <p:nvPr/>
        </p:nvSpPr>
        <p:spPr>
          <a:xfrm>
            <a:off x="6391656" y="0"/>
            <a:ext cx="1389659" cy="6858000"/>
          </a:xfrm>
          <a:custGeom>
            <a:avLst/>
            <a:gdLst/>
            <a:ahLst/>
            <a:cxnLst/>
            <a:rect l="l" t="t" r="r" b="b"/>
            <a:pathLst>
              <a:path w="1389659" h="6858000">
                <a:moveTo>
                  <a:pt x="0" y="0"/>
                </a:moveTo>
                <a:lnTo>
                  <a:pt x="1389659" y="0"/>
                </a:lnTo>
                <a:lnTo>
                  <a:pt x="914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H="1">
            <a:off x="6400800" y="0"/>
            <a:ext cx="1380515" cy="6858000"/>
          </a:xfrm>
          <a:prstGeom prst="line">
            <a:avLst/>
          </a:prstGeom>
          <a:ln w="19050">
            <a:solidFill>
              <a:srgbClr val="00A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Freeform 3"/>
          <p:cNvSpPr/>
          <p:nvPr/>
        </p:nvSpPr>
        <p:spPr>
          <a:xfrm>
            <a:off x="8915400" y="182880"/>
            <a:ext cx="3276295" cy="749808"/>
          </a:xfrm>
          <a:custGeom>
            <a:avLst/>
            <a:gdLst/>
            <a:ahLst/>
            <a:cxnLst/>
            <a:rect l="l" t="t" r="r" b="b"/>
            <a:pathLst>
              <a:path w="3276295" h="749808">
                <a:moveTo>
                  <a:pt x="274320" y="0"/>
                </a:moveTo>
                <a:lnTo>
                  <a:pt x="3276295" y="0"/>
                </a:lnTo>
                <a:lnTo>
                  <a:pt x="3276295" y="749808"/>
                </a:lnTo>
                <a:lnTo>
                  <a:pt x="0" y="74980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grpSp>
        <p:nvGrpSpPr>
          <p:cNvPr id="20" name="Group 17">
            <a:extLst>
              <a:ext uri="{FF2B5EF4-FFF2-40B4-BE49-F238E27FC236}">
                <a16:creationId xmlns:a16="http://schemas.microsoft.com/office/drawing/2014/main" id="{943DB7EB-0F6B-5245-9DA9-BA0E027BB20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11203" y="355612"/>
            <a:ext cx="1401792" cy="500399"/>
            <a:chOff x="4138328" y="2729353"/>
            <a:chExt cx="3915342" cy="1397663"/>
          </a:xfrm>
        </p:grpSpPr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CCB37B5B-A220-1742-86B8-8142A4018641}"/>
                </a:ext>
              </a:extLst>
            </p:cNvPr>
            <p:cNvSpPr/>
            <p:nvPr/>
          </p:nvSpPr>
          <p:spPr>
            <a:xfrm>
              <a:off x="4337924" y="2729353"/>
              <a:ext cx="990648" cy="182445"/>
            </a:xfrm>
            <a:custGeom>
              <a:avLst/>
              <a:gdLst>
                <a:gd name="connsiteX0" fmla="*/ 66804 w 990648"/>
                <a:gd name="connsiteY0" fmla="*/ 0 h 182445"/>
                <a:gd name="connsiteX1" fmla="*/ 0 w 990648"/>
                <a:gd name="connsiteY1" fmla="*/ 182446 h 182445"/>
                <a:gd name="connsiteX2" fmla="*/ 923845 w 990648"/>
                <a:gd name="connsiteY2" fmla="*/ 182446 h 182445"/>
                <a:gd name="connsiteX3" fmla="*/ 990649 w 990648"/>
                <a:gd name="connsiteY3" fmla="*/ 0 h 182445"/>
                <a:gd name="connsiteX4" fmla="*/ 66804 w 990648"/>
                <a:gd name="connsiteY4" fmla="*/ 0 h 182445"/>
                <a:gd name="connsiteX5" fmla="*/ 66804 w 990648"/>
                <a:gd name="connsiteY5" fmla="*/ 0 h 182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648" h="182445">
                  <a:moveTo>
                    <a:pt x="66804" y="0"/>
                  </a:moveTo>
                  <a:lnTo>
                    <a:pt x="0" y="182446"/>
                  </a:lnTo>
                  <a:lnTo>
                    <a:pt x="923845" y="182446"/>
                  </a:lnTo>
                  <a:lnTo>
                    <a:pt x="990649" y="0"/>
                  </a:lnTo>
                  <a:lnTo>
                    <a:pt x="66804" y="0"/>
                  </a:lnTo>
                  <a:lnTo>
                    <a:pt x="66804" y="0"/>
                  </a:lnTo>
                  <a:close/>
                </a:path>
              </a:pathLst>
            </a:custGeom>
            <a:solidFill>
              <a:schemeClr val="accent4"/>
            </a:solidFill>
            <a:ln w="81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B3CB563C-DFC1-C04E-B23D-BBAC16E93F64}"/>
                </a:ext>
              </a:extLst>
            </p:cNvPr>
            <p:cNvSpPr/>
            <p:nvPr/>
          </p:nvSpPr>
          <p:spPr>
            <a:xfrm>
              <a:off x="5524910" y="3007094"/>
              <a:ext cx="2528760" cy="1119922"/>
            </a:xfrm>
            <a:custGeom>
              <a:avLst/>
              <a:gdLst>
                <a:gd name="connsiteX0" fmla="*/ 578421 w 2528760"/>
                <a:gd name="connsiteY0" fmla="*/ 522902 h 1119922"/>
                <a:gd name="connsiteX1" fmla="*/ 578421 w 2528760"/>
                <a:gd name="connsiteY1" fmla="*/ 526974 h 1119922"/>
                <a:gd name="connsiteX2" fmla="*/ 681886 w 2528760"/>
                <a:gd name="connsiteY2" fmla="*/ 587247 h 1119922"/>
                <a:gd name="connsiteX3" fmla="*/ 776388 w 2528760"/>
                <a:gd name="connsiteY3" fmla="*/ 806344 h 1119922"/>
                <a:gd name="connsiteX4" fmla="*/ 562943 w 2528760"/>
                <a:gd name="connsiteY4" fmla="*/ 1104447 h 1119922"/>
                <a:gd name="connsiteX5" fmla="*/ 401636 w 2528760"/>
                <a:gd name="connsiteY5" fmla="*/ 1119923 h 1119922"/>
                <a:gd name="connsiteX6" fmla="*/ 0 w 2528760"/>
                <a:gd name="connsiteY6" fmla="*/ 1119923 h 1119922"/>
                <a:gd name="connsiteX7" fmla="*/ 0 w 2528760"/>
                <a:gd name="connsiteY7" fmla="*/ 0 h 1119922"/>
                <a:gd name="connsiteX8" fmla="*/ 355200 w 2528760"/>
                <a:gd name="connsiteY8" fmla="*/ 0 h 1119922"/>
                <a:gd name="connsiteX9" fmla="*/ 522209 w 2528760"/>
                <a:gd name="connsiteY9" fmla="*/ 15475 h 1119922"/>
                <a:gd name="connsiteX10" fmla="*/ 735654 w 2528760"/>
                <a:gd name="connsiteY10" fmla="*/ 280999 h 1119922"/>
                <a:gd name="connsiteX11" fmla="*/ 664777 w 2528760"/>
                <a:gd name="connsiteY11" fmla="*/ 462630 h 1119922"/>
                <a:gd name="connsiteX12" fmla="*/ 578421 w 2528760"/>
                <a:gd name="connsiteY12" fmla="*/ 522902 h 1119922"/>
                <a:gd name="connsiteX13" fmla="*/ 578421 w 2528760"/>
                <a:gd name="connsiteY13" fmla="*/ 522902 h 1119922"/>
                <a:gd name="connsiteX14" fmla="*/ 223222 w 2528760"/>
                <a:gd name="connsiteY14" fmla="*/ 641003 h 1119922"/>
                <a:gd name="connsiteX15" fmla="*/ 223222 w 2528760"/>
                <a:gd name="connsiteY15" fmla="*/ 935034 h 1119922"/>
                <a:gd name="connsiteX16" fmla="*/ 377196 w 2528760"/>
                <a:gd name="connsiteY16" fmla="*/ 935034 h 1119922"/>
                <a:gd name="connsiteX17" fmla="*/ 496139 w 2528760"/>
                <a:gd name="connsiteY17" fmla="*/ 902454 h 1119922"/>
                <a:gd name="connsiteX18" fmla="*/ 540132 w 2528760"/>
                <a:gd name="connsiteY18" fmla="*/ 788426 h 1119922"/>
                <a:gd name="connsiteX19" fmla="*/ 511618 w 2528760"/>
                <a:gd name="connsiteY19" fmla="*/ 691501 h 1119922"/>
                <a:gd name="connsiteX20" fmla="*/ 369864 w 2528760"/>
                <a:gd name="connsiteY20" fmla="*/ 641003 h 1119922"/>
                <a:gd name="connsiteX21" fmla="*/ 223222 w 2528760"/>
                <a:gd name="connsiteY21" fmla="*/ 641003 h 1119922"/>
                <a:gd name="connsiteX22" fmla="*/ 223222 w 2528760"/>
                <a:gd name="connsiteY22" fmla="*/ 641003 h 1119922"/>
                <a:gd name="connsiteX23" fmla="*/ 220778 w 2528760"/>
                <a:gd name="connsiteY23" fmla="*/ 447155 h 1119922"/>
                <a:gd name="connsiteX24" fmla="*/ 345423 w 2528760"/>
                <a:gd name="connsiteY24" fmla="*/ 447155 h 1119922"/>
                <a:gd name="connsiteX25" fmla="*/ 422003 w 2528760"/>
                <a:gd name="connsiteY25" fmla="*/ 441453 h 1119922"/>
                <a:gd name="connsiteX26" fmla="*/ 506730 w 2528760"/>
                <a:gd name="connsiteY26" fmla="*/ 316022 h 1119922"/>
                <a:gd name="connsiteX27" fmla="*/ 422003 w 2528760"/>
                <a:gd name="connsiteY27" fmla="*/ 192219 h 1119922"/>
                <a:gd name="connsiteX28" fmla="*/ 337277 w 2528760"/>
                <a:gd name="connsiteY28" fmla="*/ 184074 h 1119922"/>
                <a:gd name="connsiteX29" fmla="*/ 219963 w 2528760"/>
                <a:gd name="connsiteY29" fmla="*/ 184074 h 1119922"/>
                <a:gd name="connsiteX30" fmla="*/ 219963 w 2528760"/>
                <a:gd name="connsiteY30" fmla="*/ 447155 h 1119922"/>
                <a:gd name="connsiteX31" fmla="*/ 220778 w 2528760"/>
                <a:gd name="connsiteY31" fmla="*/ 447155 h 1119922"/>
                <a:gd name="connsiteX32" fmla="*/ 1110406 w 2528760"/>
                <a:gd name="connsiteY32" fmla="*/ 1119108 h 1119922"/>
                <a:gd name="connsiteX33" fmla="*/ 1110406 w 2528760"/>
                <a:gd name="connsiteY33" fmla="*/ 187333 h 1119922"/>
                <a:gd name="connsiteX34" fmla="*/ 789423 w 2528760"/>
                <a:gd name="connsiteY34" fmla="*/ 187333 h 1119922"/>
                <a:gd name="connsiteX35" fmla="*/ 789423 w 2528760"/>
                <a:gd name="connsiteY35" fmla="*/ 0 h 1119922"/>
                <a:gd name="connsiteX36" fmla="*/ 1680681 w 2528760"/>
                <a:gd name="connsiteY36" fmla="*/ 0 h 1119922"/>
                <a:gd name="connsiteX37" fmla="*/ 1617136 w 2528760"/>
                <a:gd name="connsiteY37" fmla="*/ 187333 h 1119922"/>
                <a:gd name="connsiteX38" fmla="*/ 1332813 w 2528760"/>
                <a:gd name="connsiteY38" fmla="*/ 187333 h 1119922"/>
                <a:gd name="connsiteX39" fmla="*/ 1332813 w 2528760"/>
                <a:gd name="connsiteY39" fmla="*/ 1118294 h 1119922"/>
                <a:gd name="connsiteX40" fmla="*/ 1110406 w 2528760"/>
                <a:gd name="connsiteY40" fmla="*/ 1118294 h 1119922"/>
                <a:gd name="connsiteX41" fmla="*/ 1110406 w 2528760"/>
                <a:gd name="connsiteY41" fmla="*/ 1119108 h 1119922"/>
                <a:gd name="connsiteX42" fmla="*/ 1749929 w 2528760"/>
                <a:gd name="connsiteY42" fmla="*/ 1119108 h 1119922"/>
                <a:gd name="connsiteX43" fmla="*/ 1749929 w 2528760"/>
                <a:gd name="connsiteY43" fmla="*/ 0 h 1119922"/>
                <a:gd name="connsiteX44" fmla="*/ 2472548 w 2528760"/>
                <a:gd name="connsiteY44" fmla="*/ 0 h 1119922"/>
                <a:gd name="connsiteX45" fmla="*/ 2409003 w 2528760"/>
                <a:gd name="connsiteY45" fmla="*/ 187333 h 1119922"/>
                <a:gd name="connsiteX46" fmla="*/ 1970706 w 2528760"/>
                <a:gd name="connsiteY46" fmla="*/ 187333 h 1119922"/>
                <a:gd name="connsiteX47" fmla="*/ 1970706 w 2528760"/>
                <a:gd name="connsiteY47" fmla="*/ 434937 h 1119922"/>
                <a:gd name="connsiteX48" fmla="*/ 2149121 w 2528760"/>
                <a:gd name="connsiteY48" fmla="*/ 434937 h 1119922"/>
                <a:gd name="connsiteX49" fmla="*/ 2419594 w 2528760"/>
                <a:gd name="connsiteY49" fmla="*/ 513943 h 1119922"/>
                <a:gd name="connsiteX50" fmla="*/ 2528761 w 2528760"/>
                <a:gd name="connsiteY50" fmla="*/ 779466 h 1119922"/>
                <a:gd name="connsiteX51" fmla="*/ 2398412 w 2528760"/>
                <a:gd name="connsiteY51" fmla="*/ 1056393 h 1119922"/>
                <a:gd name="connsiteX52" fmla="*/ 2108387 w 2528760"/>
                <a:gd name="connsiteY52" fmla="*/ 1118294 h 1119922"/>
                <a:gd name="connsiteX53" fmla="*/ 1749929 w 2528760"/>
                <a:gd name="connsiteY53" fmla="*/ 1118294 h 1119922"/>
                <a:gd name="connsiteX54" fmla="*/ 1749929 w 2528760"/>
                <a:gd name="connsiteY54" fmla="*/ 1119108 h 1119922"/>
                <a:gd name="connsiteX55" fmla="*/ 1970706 w 2528760"/>
                <a:gd name="connsiteY55" fmla="*/ 930961 h 1119922"/>
                <a:gd name="connsiteX56" fmla="*/ 2137715 w 2528760"/>
                <a:gd name="connsiteY56" fmla="*/ 930961 h 1119922"/>
                <a:gd name="connsiteX57" fmla="*/ 2266434 w 2528760"/>
                <a:gd name="connsiteY57" fmla="*/ 880463 h 1119922"/>
                <a:gd name="connsiteX58" fmla="*/ 2299021 w 2528760"/>
                <a:gd name="connsiteY58" fmla="*/ 773765 h 1119922"/>
                <a:gd name="connsiteX59" fmla="*/ 2241179 w 2528760"/>
                <a:gd name="connsiteY59" fmla="*/ 645890 h 1119922"/>
                <a:gd name="connsiteX60" fmla="*/ 2135271 w 2528760"/>
                <a:gd name="connsiteY60" fmla="*/ 619012 h 1119922"/>
                <a:gd name="connsiteX61" fmla="*/ 1969892 w 2528760"/>
                <a:gd name="connsiteY61" fmla="*/ 619012 h 1119922"/>
                <a:gd name="connsiteX62" fmla="*/ 1969892 w 2528760"/>
                <a:gd name="connsiteY62" fmla="*/ 930961 h 1119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2528760" h="1119922">
                  <a:moveTo>
                    <a:pt x="578421" y="522902"/>
                  </a:moveTo>
                  <a:lnTo>
                    <a:pt x="578421" y="526974"/>
                  </a:lnTo>
                  <a:cubicBezTo>
                    <a:pt x="620785" y="542450"/>
                    <a:pt x="660704" y="569328"/>
                    <a:pt x="681886" y="587247"/>
                  </a:cubicBezTo>
                  <a:cubicBezTo>
                    <a:pt x="747060" y="641818"/>
                    <a:pt x="776388" y="712678"/>
                    <a:pt x="776388" y="806344"/>
                  </a:cubicBezTo>
                  <a:cubicBezTo>
                    <a:pt x="776388" y="959468"/>
                    <a:pt x="695735" y="1069424"/>
                    <a:pt x="562943" y="1104447"/>
                  </a:cubicBezTo>
                  <a:cubicBezTo>
                    <a:pt x="522209" y="1115850"/>
                    <a:pt x="480660" y="1119923"/>
                    <a:pt x="401636" y="1119923"/>
                  </a:cubicBezTo>
                  <a:lnTo>
                    <a:pt x="0" y="1119923"/>
                  </a:lnTo>
                  <a:lnTo>
                    <a:pt x="0" y="0"/>
                  </a:lnTo>
                  <a:lnTo>
                    <a:pt x="355200" y="0"/>
                  </a:lnTo>
                  <a:cubicBezTo>
                    <a:pt x="428521" y="0"/>
                    <a:pt x="478216" y="4072"/>
                    <a:pt x="522209" y="15475"/>
                  </a:cubicBezTo>
                  <a:cubicBezTo>
                    <a:pt x="650928" y="50498"/>
                    <a:pt x="735654" y="139277"/>
                    <a:pt x="735654" y="280999"/>
                  </a:cubicBezTo>
                  <a:cubicBezTo>
                    <a:pt x="735654" y="356746"/>
                    <a:pt x="708770" y="420276"/>
                    <a:pt x="664777" y="462630"/>
                  </a:cubicBezTo>
                  <a:cubicBezTo>
                    <a:pt x="645225" y="482178"/>
                    <a:pt x="618341" y="504983"/>
                    <a:pt x="578421" y="522902"/>
                  </a:cubicBezTo>
                  <a:lnTo>
                    <a:pt x="578421" y="522902"/>
                  </a:lnTo>
                  <a:close/>
                  <a:moveTo>
                    <a:pt x="223222" y="641003"/>
                  </a:moveTo>
                  <a:lnTo>
                    <a:pt x="223222" y="935034"/>
                  </a:lnTo>
                  <a:lnTo>
                    <a:pt x="377196" y="935034"/>
                  </a:lnTo>
                  <a:cubicBezTo>
                    <a:pt x="423633" y="935034"/>
                    <a:pt x="465181" y="930961"/>
                    <a:pt x="496139" y="902454"/>
                  </a:cubicBezTo>
                  <a:cubicBezTo>
                    <a:pt x="527097" y="873132"/>
                    <a:pt x="540132" y="836480"/>
                    <a:pt x="540132" y="788426"/>
                  </a:cubicBezTo>
                  <a:cubicBezTo>
                    <a:pt x="540132" y="751774"/>
                    <a:pt x="530355" y="716751"/>
                    <a:pt x="511618" y="691501"/>
                  </a:cubicBezTo>
                  <a:cubicBezTo>
                    <a:pt x="479031" y="650777"/>
                    <a:pt x="438297" y="641003"/>
                    <a:pt x="369864" y="641003"/>
                  </a:cubicBezTo>
                  <a:lnTo>
                    <a:pt x="223222" y="641003"/>
                  </a:lnTo>
                  <a:lnTo>
                    <a:pt x="223222" y="641003"/>
                  </a:lnTo>
                  <a:close/>
                  <a:moveTo>
                    <a:pt x="220778" y="447155"/>
                  </a:moveTo>
                  <a:lnTo>
                    <a:pt x="345423" y="447155"/>
                  </a:lnTo>
                  <a:cubicBezTo>
                    <a:pt x="383713" y="447155"/>
                    <a:pt x="403266" y="447155"/>
                    <a:pt x="422003" y="441453"/>
                  </a:cubicBezTo>
                  <a:cubicBezTo>
                    <a:pt x="474143" y="425978"/>
                    <a:pt x="506730" y="379552"/>
                    <a:pt x="506730" y="316022"/>
                  </a:cubicBezTo>
                  <a:cubicBezTo>
                    <a:pt x="506730" y="240274"/>
                    <a:pt x="472513" y="207695"/>
                    <a:pt x="422003" y="192219"/>
                  </a:cubicBezTo>
                  <a:cubicBezTo>
                    <a:pt x="400822" y="186518"/>
                    <a:pt x="379640" y="184074"/>
                    <a:pt x="337277" y="184074"/>
                  </a:cubicBezTo>
                  <a:lnTo>
                    <a:pt x="219963" y="184074"/>
                  </a:lnTo>
                  <a:lnTo>
                    <a:pt x="219963" y="447155"/>
                  </a:lnTo>
                  <a:lnTo>
                    <a:pt x="220778" y="447155"/>
                  </a:lnTo>
                  <a:close/>
                  <a:moveTo>
                    <a:pt x="1110406" y="1119108"/>
                  </a:moveTo>
                  <a:lnTo>
                    <a:pt x="1110406" y="187333"/>
                  </a:lnTo>
                  <a:lnTo>
                    <a:pt x="789423" y="187333"/>
                  </a:lnTo>
                  <a:lnTo>
                    <a:pt x="789423" y="0"/>
                  </a:lnTo>
                  <a:lnTo>
                    <a:pt x="1680681" y="0"/>
                  </a:lnTo>
                  <a:lnTo>
                    <a:pt x="1617136" y="187333"/>
                  </a:lnTo>
                  <a:lnTo>
                    <a:pt x="1332813" y="187333"/>
                  </a:lnTo>
                  <a:lnTo>
                    <a:pt x="1332813" y="1118294"/>
                  </a:lnTo>
                  <a:lnTo>
                    <a:pt x="1110406" y="1118294"/>
                  </a:lnTo>
                  <a:lnTo>
                    <a:pt x="1110406" y="1119108"/>
                  </a:lnTo>
                  <a:close/>
                  <a:moveTo>
                    <a:pt x="1749929" y="1119108"/>
                  </a:moveTo>
                  <a:lnTo>
                    <a:pt x="1749929" y="0"/>
                  </a:lnTo>
                  <a:lnTo>
                    <a:pt x="2472548" y="0"/>
                  </a:lnTo>
                  <a:lnTo>
                    <a:pt x="2409003" y="187333"/>
                  </a:lnTo>
                  <a:lnTo>
                    <a:pt x="1970706" y="187333"/>
                  </a:lnTo>
                  <a:lnTo>
                    <a:pt x="1970706" y="434937"/>
                  </a:lnTo>
                  <a:lnTo>
                    <a:pt x="2149121" y="434937"/>
                  </a:lnTo>
                  <a:cubicBezTo>
                    <a:pt x="2293319" y="434937"/>
                    <a:pt x="2368269" y="469960"/>
                    <a:pt x="2419594" y="513943"/>
                  </a:cubicBezTo>
                  <a:cubicBezTo>
                    <a:pt x="2460328" y="548966"/>
                    <a:pt x="2528761" y="626342"/>
                    <a:pt x="2528761" y="779466"/>
                  </a:cubicBezTo>
                  <a:cubicBezTo>
                    <a:pt x="2528761" y="930147"/>
                    <a:pt x="2457883" y="1014039"/>
                    <a:pt x="2398412" y="1056393"/>
                  </a:cubicBezTo>
                  <a:cubicBezTo>
                    <a:pt x="2329164" y="1104447"/>
                    <a:pt x="2256658" y="1118294"/>
                    <a:pt x="2108387" y="1118294"/>
                  </a:cubicBezTo>
                  <a:lnTo>
                    <a:pt x="1749929" y="1118294"/>
                  </a:lnTo>
                  <a:lnTo>
                    <a:pt x="1749929" y="1119108"/>
                  </a:lnTo>
                  <a:close/>
                  <a:moveTo>
                    <a:pt x="1970706" y="930961"/>
                  </a:moveTo>
                  <a:lnTo>
                    <a:pt x="2137715" y="930961"/>
                  </a:lnTo>
                  <a:cubicBezTo>
                    <a:pt x="2201260" y="930961"/>
                    <a:pt x="2239550" y="915486"/>
                    <a:pt x="2266434" y="880463"/>
                  </a:cubicBezTo>
                  <a:cubicBezTo>
                    <a:pt x="2280284" y="863359"/>
                    <a:pt x="2299021" y="832408"/>
                    <a:pt x="2299021" y="773765"/>
                  </a:cubicBezTo>
                  <a:cubicBezTo>
                    <a:pt x="2299021" y="715936"/>
                    <a:pt x="2279469" y="675212"/>
                    <a:pt x="2241179" y="645890"/>
                  </a:cubicBezTo>
                  <a:cubicBezTo>
                    <a:pt x="2218368" y="628786"/>
                    <a:pt x="2187411" y="619012"/>
                    <a:pt x="2135271" y="619012"/>
                  </a:cubicBezTo>
                  <a:lnTo>
                    <a:pt x="1969892" y="619012"/>
                  </a:lnTo>
                  <a:lnTo>
                    <a:pt x="1969892" y="930961"/>
                  </a:lnTo>
                  <a:close/>
                </a:path>
              </a:pathLst>
            </a:custGeom>
            <a:solidFill>
              <a:schemeClr val="accent1"/>
            </a:solidFill>
            <a:ln w="81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D60DE091-C7DD-A44B-A27D-F497C159087D}"/>
                </a:ext>
              </a:extLst>
            </p:cNvPr>
            <p:cNvSpPr/>
            <p:nvPr/>
          </p:nvSpPr>
          <p:spPr>
            <a:xfrm>
              <a:off x="4238534" y="3003836"/>
              <a:ext cx="990648" cy="182445"/>
            </a:xfrm>
            <a:custGeom>
              <a:avLst/>
              <a:gdLst>
                <a:gd name="connsiteX0" fmla="*/ 65989 w 990648"/>
                <a:gd name="connsiteY0" fmla="*/ 0 h 182445"/>
                <a:gd name="connsiteX1" fmla="*/ 0 w 990648"/>
                <a:gd name="connsiteY1" fmla="*/ 182446 h 182445"/>
                <a:gd name="connsiteX2" fmla="*/ 923845 w 990648"/>
                <a:gd name="connsiteY2" fmla="*/ 182446 h 182445"/>
                <a:gd name="connsiteX3" fmla="*/ 990649 w 990648"/>
                <a:gd name="connsiteY3" fmla="*/ 0 h 182445"/>
                <a:gd name="connsiteX4" fmla="*/ 65989 w 990648"/>
                <a:gd name="connsiteY4" fmla="*/ 0 h 182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0648" h="182445">
                  <a:moveTo>
                    <a:pt x="65989" y="0"/>
                  </a:moveTo>
                  <a:lnTo>
                    <a:pt x="0" y="182446"/>
                  </a:lnTo>
                  <a:lnTo>
                    <a:pt x="923845" y="182446"/>
                  </a:lnTo>
                  <a:lnTo>
                    <a:pt x="990649" y="0"/>
                  </a:lnTo>
                  <a:lnTo>
                    <a:pt x="65989" y="0"/>
                  </a:lnTo>
                  <a:close/>
                </a:path>
              </a:pathLst>
            </a:custGeom>
            <a:solidFill>
              <a:schemeClr val="accent4"/>
            </a:solidFill>
            <a:ln w="81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" name="Freeform 21">
              <a:extLst>
                <a:ext uri="{FF2B5EF4-FFF2-40B4-BE49-F238E27FC236}">
                  <a16:creationId xmlns:a16="http://schemas.microsoft.com/office/drawing/2014/main" id="{8BE97A39-BD24-3E4F-AF03-43FE1C0155B5}"/>
                </a:ext>
              </a:extLst>
            </p:cNvPr>
            <p:cNvSpPr/>
            <p:nvPr/>
          </p:nvSpPr>
          <p:spPr>
            <a:xfrm>
              <a:off x="4138328" y="3277504"/>
              <a:ext cx="990648" cy="182445"/>
            </a:xfrm>
            <a:custGeom>
              <a:avLst/>
              <a:gdLst>
                <a:gd name="connsiteX0" fmla="*/ 66804 w 990648"/>
                <a:gd name="connsiteY0" fmla="*/ 0 h 182445"/>
                <a:gd name="connsiteX1" fmla="*/ 0 w 990648"/>
                <a:gd name="connsiteY1" fmla="*/ 182446 h 182445"/>
                <a:gd name="connsiteX2" fmla="*/ 923845 w 990648"/>
                <a:gd name="connsiteY2" fmla="*/ 182446 h 182445"/>
                <a:gd name="connsiteX3" fmla="*/ 990648 w 990648"/>
                <a:gd name="connsiteY3" fmla="*/ 0 h 182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0648" h="182445">
                  <a:moveTo>
                    <a:pt x="66804" y="0"/>
                  </a:moveTo>
                  <a:lnTo>
                    <a:pt x="0" y="182446"/>
                  </a:lnTo>
                  <a:lnTo>
                    <a:pt x="923845" y="182446"/>
                  </a:lnTo>
                  <a:lnTo>
                    <a:pt x="990648" y="0"/>
                  </a:lnTo>
                  <a:close/>
                </a:path>
              </a:pathLst>
            </a:custGeom>
            <a:solidFill>
              <a:schemeClr val="accent4"/>
            </a:solidFill>
            <a:ln w="81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5D8AE636-2DEE-49EA-83CC-C0066B7DE972}"/>
              </a:ext>
            </a:extLst>
          </p:cNvPr>
          <p:cNvSpPr/>
          <p:nvPr userDrawn="1"/>
        </p:nvSpPr>
        <p:spPr>
          <a:xfrm>
            <a:off x="11032337" y="6432551"/>
            <a:ext cx="1159663" cy="378704"/>
          </a:xfrm>
          <a:custGeom>
            <a:avLst/>
            <a:gdLst>
              <a:gd name="connsiteX0" fmla="*/ 133516 w 1159663"/>
              <a:gd name="connsiteY0" fmla="*/ 0 h 378704"/>
              <a:gd name="connsiteX1" fmla="*/ 1159663 w 1159663"/>
              <a:gd name="connsiteY1" fmla="*/ 0 h 378704"/>
              <a:gd name="connsiteX2" fmla="*/ 1159663 w 1159663"/>
              <a:gd name="connsiteY2" fmla="*/ 378704 h 378704"/>
              <a:gd name="connsiteX3" fmla="*/ 0 w 1159663"/>
              <a:gd name="connsiteY3" fmla="*/ 378704 h 378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9663" h="378704">
                <a:moveTo>
                  <a:pt x="133516" y="0"/>
                </a:moveTo>
                <a:lnTo>
                  <a:pt x="1159663" y="0"/>
                </a:lnTo>
                <a:lnTo>
                  <a:pt x="1159663" y="378704"/>
                </a:lnTo>
                <a:lnTo>
                  <a:pt x="0" y="378704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4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1" name="Номер слайда 3">
            <a:extLst>
              <a:ext uri="{FF2B5EF4-FFF2-40B4-BE49-F238E27FC236}">
                <a16:creationId xmlns:a16="http://schemas.microsoft.com/office/drawing/2014/main" id="{A8D8CCBB-60F1-421E-BD7C-5B2872A3F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0352" y="6437938"/>
            <a:ext cx="5096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fld id="{7E1A2DEA-0812-41F9-88C5-48F7F643210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5" name="Freeform 4"/>
          <p:cNvSpPr/>
          <p:nvPr/>
        </p:nvSpPr>
        <p:spPr>
          <a:xfrm>
            <a:off x="0" y="1325880"/>
            <a:ext cx="4937760" cy="548640"/>
          </a:xfrm>
          <a:custGeom>
            <a:avLst/>
            <a:gdLst/>
            <a:ahLst/>
            <a:cxnLst/>
            <a:rect l="l" t="t" r="r" b="b"/>
            <a:pathLst>
              <a:path w="4937760" h="548640">
                <a:moveTo>
                  <a:pt x="0" y="0"/>
                </a:moveTo>
                <a:lnTo>
                  <a:pt x="4937760" y="0"/>
                </a:lnTo>
                <a:lnTo>
                  <a:pt x="4736958" y="548640"/>
                </a:lnTo>
                <a:lnTo>
                  <a:pt x="0" y="548640"/>
                </a:lnTo>
                <a:close/>
              </a:path>
            </a:pathLst>
          </a:custGeom>
          <a:gradFill rotWithShape="1">
            <a:gsLst>
              <a:gs pos="50000">
                <a:srgbClr val="002882"/>
              </a:gs>
              <a:gs pos="100000">
                <a:srgbClr val="001E6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1362456"/>
            <a:ext cx="4133454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+mn-lt"/>
              </a:rPr>
              <a:t>Пилот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" y="2148840"/>
            <a:ext cx="5120640" cy="4069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>
                <a:solidFill>
                  <a:srgbClr val="1C1C1C"/>
                </a:solidFill>
                <a:latin typeface="+mn-lt"/>
              </a:rPr>
              <a:t>Офис нового формата — это пространство для консультаций, а не для операций.</a:t>
            </a:r>
          </a:p>
          <a:p>
            <a:pPr algn="l">
              <a:spcBef>
                <a:spcPts val="800"/>
              </a:spcBef>
            </a:pPr>
            <a:r>
              <a:rPr sz="1600" b="0">
                <a:solidFill>
                  <a:srgbClr val="1C1C1C"/>
                </a:solidFill>
                <a:latin typeface="+mn-lt"/>
              </a:rPr>
              <a:t>Рутинные операции переходят в </a:t>
            </a:r>
            <a:r>
              <a:rPr sz="1600" b="0">
                <a:solidFill>
                  <a:srgbClr val="002882"/>
                </a:solidFill>
                <a:latin typeface="+mj-lt"/>
              </a:rPr>
              <a:t>цифровые каналы</a:t>
            </a:r>
            <a:r>
              <a:rPr sz="1600" b="0">
                <a:solidFill>
                  <a:srgbClr val="1C1C1C"/>
                </a:solidFill>
                <a:latin typeface="+mn-lt"/>
              </a:rPr>
              <a:t>, сотрудники фокусируются на сложных продуктах.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Номер слайда 3">
            <a:extLst>
              <a:ext uri="{FF2B5EF4-FFF2-40B4-BE49-F238E27FC236}">
                <a16:creationId xmlns:a16="http://schemas.microsoft.com/office/drawing/2014/main" id="{A8D8CCBB-60F1-421E-BD7C-5B2872A3F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0352" y="6437938"/>
            <a:ext cx="5096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fld id="{7E1A2DEA-0812-41F9-88C5-48F7F643210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Freeform 1"/>
          <p:cNvSpPr/>
          <p:nvPr/>
        </p:nvSpPr>
        <p:spPr>
          <a:xfrm>
            <a:off x="0" y="2011680"/>
            <a:ext cx="1463040" cy="1005840"/>
          </a:xfrm>
          <a:custGeom>
            <a:avLst/>
            <a:gdLst/>
            <a:ahLst/>
            <a:cxnLst/>
            <a:rect l="l" t="t" r="r" b="b"/>
            <a:pathLst>
              <a:path w="1463040" h="1005840">
                <a:moveTo>
                  <a:pt x="0" y="0"/>
                </a:moveTo>
                <a:lnTo>
                  <a:pt x="1463040" y="0"/>
                </a:lnTo>
                <a:lnTo>
                  <a:pt x="1094903" y="1005840"/>
                </a:lnTo>
                <a:lnTo>
                  <a:pt x="0" y="1005840"/>
                </a:lnTo>
                <a:close/>
              </a:path>
            </a:pathLst>
          </a:custGeom>
          <a:gradFill rotWithShape="1">
            <a:gsLst>
              <a:gs pos="50000">
                <a:srgbClr val="002882"/>
              </a:gs>
              <a:gs pos="100000">
                <a:srgbClr val="001E6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048256"/>
            <a:ext cx="729143" cy="9326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6400" b="0">
                <a:solidFill>
                  <a:srgbClr val="FFFFFF"/>
                </a:solidFill>
                <a:latin typeface="+mn-lt"/>
              </a:rPr>
              <a:t>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011680"/>
            <a:ext cx="9326880" cy="2468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0">
                <a:solidFill>
                  <a:srgbClr val="002882"/>
                </a:solidFill>
                <a:latin typeface="+mn-lt"/>
              </a:rPr>
              <a:t>Мы строим банк, которым удобно пользоваться каждый день — в любом канале и в любое время.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47548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>
                <a:solidFill>
                  <a:srgbClr val="1C1C1C"/>
                </a:solidFill>
                <a:latin typeface="+mj-lt"/>
              </a:rPr>
              <a:t>Имя Фамилия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513892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>
                <a:solidFill>
                  <a:srgbClr val="878787"/>
                </a:solidFill>
                <a:latin typeface="+mn-lt"/>
              </a:rPr>
              <a:t>Должность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КЛЮЧЕВОЙ ВЫВОД</a:t>
            </a:r>
          </a:p>
        </p:txBody>
      </p:sp>
      <p:sp>
        <p:nvSpPr>
          <p:cNvPr id="11" name="Номер слайда 3">
            <a:extLst>
              <a:ext uri="{FF2B5EF4-FFF2-40B4-BE49-F238E27FC236}">
                <a16:creationId xmlns:a16="http://schemas.microsoft.com/office/drawing/2014/main" id="{A8D8CCBB-60F1-421E-BD7C-5B2872A3F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0352" y="6437938"/>
            <a:ext cx="5096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fld id="{7E1A2DEA-0812-41F9-88C5-48F7F643210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Freeform 1"/>
          <p:cNvSpPr/>
          <p:nvPr/>
        </p:nvSpPr>
        <p:spPr>
          <a:xfrm>
            <a:off x="0" y="2011680"/>
            <a:ext cx="1325880" cy="914400"/>
          </a:xfrm>
          <a:custGeom>
            <a:avLst/>
            <a:gdLst/>
            <a:ahLst/>
            <a:cxnLst/>
            <a:rect l="l" t="t" r="r" b="b"/>
            <a:pathLst>
              <a:path w="1325880" h="914400">
                <a:moveTo>
                  <a:pt x="0" y="0"/>
                </a:moveTo>
                <a:lnTo>
                  <a:pt x="1325880" y="0"/>
                </a:lnTo>
                <a:lnTo>
                  <a:pt x="991210" y="914400"/>
                </a:lnTo>
                <a:lnTo>
                  <a:pt x="0" y="914400"/>
                </a:lnTo>
                <a:close/>
              </a:path>
            </a:pathLst>
          </a:custGeom>
          <a:gradFill rotWithShape="1">
            <a:gsLst>
              <a:gs pos="0">
                <a:srgbClr val="00AAFF"/>
              </a:gs>
              <a:gs pos="100000">
                <a:srgbClr val="0091DA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463040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>
                <a:solidFill>
                  <a:srgbClr val="00AAFF"/>
                </a:solidFill>
                <a:latin typeface="+mj-lt"/>
              </a:rPr>
              <a:t>Решение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011680"/>
            <a:ext cx="9326880" cy="274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0">
                <a:solidFill>
                  <a:srgbClr val="002882"/>
                </a:solidFill>
                <a:latin typeface="+mn-lt"/>
              </a:rPr>
              <a:t>Утвердить программу цифровой трансформации и бюджет первого этапа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1206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>
                <a:solidFill>
                  <a:srgbClr val="878787"/>
                </a:solidFill>
                <a:latin typeface="+mn-lt"/>
              </a:rPr>
              <a:t>Выносится на голосование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Вопросы и обсуждение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Спасибо за внимание!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Тема Office">
  <a:themeElements>
    <a:clrScheme name="Другая 8">
      <a:dk1>
        <a:srgbClr val="1C1C1C"/>
      </a:dk1>
      <a:lt1>
        <a:srgbClr val="FFFFFF"/>
      </a:lt1>
      <a:dk2>
        <a:srgbClr val="58595B"/>
      </a:dk2>
      <a:lt2>
        <a:srgbClr val="878787"/>
      </a:lt2>
      <a:accent1>
        <a:srgbClr val="002882"/>
      </a:accent1>
      <a:accent2>
        <a:srgbClr val="33539B"/>
      </a:accent2>
      <a:accent3>
        <a:srgbClr val="667EB4"/>
      </a:accent3>
      <a:accent4>
        <a:srgbClr val="00AAFF"/>
      </a:accent4>
      <a:accent5>
        <a:srgbClr val="78B497"/>
      </a:accent5>
      <a:accent6>
        <a:srgbClr val="E62632"/>
      </a:accent6>
      <a:hlink>
        <a:srgbClr val="0563C1"/>
      </a:hlink>
      <a:folHlink>
        <a:srgbClr val="954F72"/>
      </a:folHlink>
    </a:clrScheme>
    <a:fontScheme name="Другая 9">
      <a:majorFont>
        <a:latin typeface="VTB Group Demi Bold"/>
        <a:ea typeface=""/>
        <a:cs typeface=""/>
      </a:majorFont>
      <a:minorFont>
        <a:latin typeface="VTB Group Book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bg1">
              <a:lumMod val="50000"/>
            </a:schemeClr>
          </a:solidFill>
        </a:ln>
        <a:effectLst>
          <a:outerShdw blurRad="114300" dist="63500" dir="2700000" algn="ctr" rotWithShape="0">
            <a:srgbClr val="000000">
              <a:alpha val="8000"/>
            </a:srgbClr>
          </a:outerShdw>
        </a:effec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51D5174EA3372E4FBC38B4340707AD19" ma:contentTypeVersion="1" ma:contentTypeDescription="Создание документа." ma:contentTypeScope="" ma:versionID="037c7e8cde16bef2d5e41fdc808a5cd7">
  <xsd:schema xmlns:xsd="http://www.w3.org/2001/XMLSchema" xmlns:xs="http://www.w3.org/2001/XMLSchema" xmlns:p="http://schemas.microsoft.com/office/2006/metadata/properties" xmlns:ns2="bc638065-352d-42a0-88dd-2ff218ee87c7" targetNamespace="http://schemas.microsoft.com/office/2006/metadata/properties" ma:root="true" ma:fieldsID="5daf2fba39c270af49903f29d8a77f6c" ns2:_="">
    <xsd:import namespace="bc638065-352d-42a0-88dd-2ff218ee87c7"/>
    <xsd:element name="properties">
      <xsd:complexType>
        <xsd:sequence>
          <xsd:element name="documentManagement">
            <xsd:complexType>
              <xsd:all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638065-352d-42a0-88dd-2ff218ee87c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Общий доступ с использованием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6864486-227C-4CAE-B3F4-B7D39C94B98A}">
  <ds:schemaRefs>
    <ds:schemaRef ds:uri="bc638065-352d-42a0-88dd-2ff218ee87c7"/>
    <ds:schemaRef ds:uri="http://schemas.microsoft.com/office/2006/documentManagement/types"/>
    <ds:schemaRef ds:uri="http://purl.org/dc/terms/"/>
    <ds:schemaRef ds:uri="http://purl.org/dc/elements/1.1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71CDCFB-AC24-40FF-AD69-483E76340CB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c638065-352d-42a0-88dd-2ff218ee87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F6D8BC6-A6E8-4848-973C-9F29AA031B3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8261</TotalTime>
  <Words>7990</Words>
  <Application>Microsoft Office PowerPoint</Application>
  <PresentationFormat>Широкоэкранный</PresentationFormat>
  <Paragraphs>2015</Paragraphs>
  <Slides>88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88</vt:i4>
      </vt:variant>
    </vt:vector>
  </HeadingPairs>
  <TitlesOfParts>
    <vt:vector size="99" baseType="lpstr">
      <vt:lpstr>Arial</vt:lpstr>
      <vt:lpstr>Calibri</vt:lpstr>
      <vt:lpstr>Open Sans Semibold</vt:lpstr>
      <vt:lpstr>Play</vt:lpstr>
      <vt:lpstr>Roboto Light</vt:lpstr>
      <vt:lpstr>VTB Group Book</vt:lpstr>
      <vt:lpstr>VTB Group Cond</vt:lpstr>
      <vt:lpstr>VTB Group Demi Bold</vt:lpstr>
      <vt:lpstr>VTB Group Regular</vt:lpstr>
      <vt:lpstr>Wingdings</vt:lpstr>
      <vt:lpstr>2_Тема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ОАО Банк ВТБ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Слащёва Людмила Александровна</dc:creator>
  <cp:lastModifiedBy>Andrusenko Valeriya Yurevna</cp:lastModifiedBy>
  <cp:revision>1048</cp:revision>
  <cp:lastPrinted>2019-03-13T11:33:44Z</cp:lastPrinted>
  <dcterms:created xsi:type="dcterms:W3CDTF">2019-03-06T07:20:10Z</dcterms:created>
  <dcterms:modified xsi:type="dcterms:W3CDTF">2021-09-27T13:08:10Z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0x01010051D5174EA3372E4FBC38B4340707AD19</vt:lpwstr>
  </property>
</Properties>
</file>